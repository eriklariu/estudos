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256" r:id="rId2"/>
    <p:sldId id="265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95400" y="1412777"/>
            <a:ext cx="10801200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Estrutura de Repetição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Atividade</a:t>
            </a:r>
            <a:br>
              <a:rPr lang="pt-BR" sz="6000" dirty="0"/>
            </a:br>
            <a:r>
              <a:rPr lang="pt-BR" sz="6000" dirty="0"/>
              <a:t>Estrutura de Repetição</a:t>
            </a:r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programa para uma empresa, que trabalha com radioatividade, onde será informado o </a:t>
            </a:r>
            <a:r>
              <a:rPr lang="pt-BR" sz="2000" u="sng" dirty="0"/>
              <a:t>peso de um elemento em kg</a:t>
            </a:r>
            <a:r>
              <a:rPr lang="pt-BR" sz="2000" dirty="0"/>
              <a:t>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programa deverá informar </a:t>
            </a:r>
            <a:r>
              <a:rPr lang="pt-BR" sz="2000" u="sng" dirty="0"/>
              <a:t>quantas repetições terá que fazer para que o produto fique com menos de 1kg</a:t>
            </a:r>
            <a:r>
              <a:rPr lang="pt-BR" sz="2000" dirty="0"/>
              <a:t>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Sabendo que </a:t>
            </a:r>
            <a:r>
              <a:rPr lang="pt-BR" sz="2000" u="sng" dirty="0"/>
              <a:t>cada repetição</a:t>
            </a:r>
            <a:r>
              <a:rPr lang="pt-BR" sz="2000" dirty="0"/>
              <a:t> o elemento </a:t>
            </a:r>
            <a:r>
              <a:rPr lang="pt-BR" sz="2000" u="sng" dirty="0"/>
              <a:t>perde metade do seu peso</a:t>
            </a:r>
            <a:r>
              <a:rPr lang="pt-BR" sz="2000" dirty="0"/>
              <a:t>. 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8" y="4659586"/>
            <a:ext cx="58388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999656" y="2604218"/>
            <a:ext cx="655272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peso;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qt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"Informar o peso do elemento em kg: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&amp;peso);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(peso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0.5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qt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peso /=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"Peso atual: %.2f\n"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peso);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vezes"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qt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697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deverá receber a idade de vários pacientes internados em um hospital.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fim, ao digitar a idade 0, o programa deverá informar qual é a média da idade dos pacientes internados. 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4149081"/>
            <a:ext cx="71056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2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1981200" y="2288322"/>
            <a:ext cx="7787208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qt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idade, 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"Informe as idades dos pacientes internados: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&amp;idade);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qt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//Soma quantidade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total += idade;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//Soma idade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(idade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//Remove um valor a mais da idade 0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qt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"Média: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 /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qt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775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deve receber a nota de um aluno, sendo o valor válido de 0 a 10.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o usuário informe um valor fora desse intervalo, solicite novamente a senha. 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9" y="4365104"/>
            <a:ext cx="5114625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2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071664" y="2852936"/>
            <a:ext cx="583264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nota;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uma nota válida: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&amp;nota);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(nota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|| nota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"Nota registrada"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69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receba 10 números e informe a quantidade de números pares e ímpares informados.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923" y="3014697"/>
            <a:ext cx="3237021" cy="35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76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2819636" y="2708921"/>
            <a:ext cx="6552728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pares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impares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numero;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&amp;numero);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(numero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pares++ : impares++);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"Números pares: %d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pares);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"Números ímpares: %d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impares);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733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deve listar o cardápio abaixo:</a:t>
            </a:r>
          </a:p>
          <a:p>
            <a:pPr algn="just"/>
            <a:r>
              <a:rPr lang="pt-BR" sz="2000" dirty="0"/>
              <a:t>1 – Sanduiche R$ 6,00</a:t>
            </a:r>
          </a:p>
          <a:p>
            <a:pPr algn="just"/>
            <a:r>
              <a:rPr lang="pt-BR" sz="2000" dirty="0"/>
              <a:t>2 – Suco R$ 3,00</a:t>
            </a:r>
          </a:p>
          <a:p>
            <a:pPr algn="just"/>
            <a:r>
              <a:rPr lang="pt-BR" sz="2000" dirty="0"/>
              <a:t>3 – Refrigerante R$ 2,50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Peça para o usuário digitar o numero do produto que deseja adicionar o carrinho e 0 para anão adicionar mais nada.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Ao final exiba quanto o usuário deverá pagar.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49" y="82623"/>
            <a:ext cx="5760027" cy="201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30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1775520" y="548680"/>
            <a:ext cx="8640960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"Menu: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"1 - Sanduíche (R$ 6,00)\n"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"2 - Suco (R$ 3,00)\n"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"3 - Refrigerante (R$ 2,50)\n\n"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o número do produto que deseja adicionar ao </a:t>
            </a:r>
          </a:p>
          <a:p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			   carrinho e 0 para finalizar compra: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2.5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"Total R$%.2f"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944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 alternativo: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1667508" y="328324"/>
            <a:ext cx="8856984" cy="646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"Menu: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"1 - Sanduíche (R$ 6,00)\n"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"2 - Suco (R$ 3,00)\n"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"3 - Refrigerante (R$ 2,50)\n\n"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o número do produto que deseja adicionar ao </a:t>
            </a:r>
          </a:p>
          <a:p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		           carrinho e 0 para finalizar compra: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2.5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"Total R$%.2f"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987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10F53E-669B-4841-9697-89BD2E83CF27}"/>
</file>

<file path=customXml/itemProps2.xml><?xml version="1.0" encoding="utf-8"?>
<ds:datastoreItem xmlns:ds="http://schemas.openxmlformats.org/officeDocument/2006/customXml" ds:itemID="{20FF6B8D-EA50-49F1-9C93-51297C5986DD}"/>
</file>

<file path=customXml/itemProps3.xml><?xml version="1.0" encoding="utf-8"?>
<ds:datastoreItem xmlns:ds="http://schemas.openxmlformats.org/officeDocument/2006/customXml" ds:itemID="{0BBCE2F0-5BA8-49F3-8B23-AC9D4285511E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1901</TotalTime>
  <Words>941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Repetição</vt:lpstr>
      <vt:lpstr>Atividade Estrutura de Repetição</vt:lpstr>
      <vt:lpstr>Questão 01</vt:lpstr>
      <vt:lpstr>Questão 01</vt:lpstr>
      <vt:lpstr>Questão 02</vt:lpstr>
      <vt:lpstr>Questão 02</vt:lpstr>
      <vt:lpstr>Questão 03</vt:lpstr>
      <vt:lpstr>Questão 03</vt:lpstr>
      <vt:lpstr>Questão 04</vt:lpstr>
      <vt:lpstr>Questão 04</vt:lpstr>
      <vt:lpstr>Questão 05</vt:lpstr>
      <vt:lpstr>Questão 05</vt:lpstr>
      <vt:lpstr>Questão 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251</cp:revision>
  <dcterms:created xsi:type="dcterms:W3CDTF">2017-03-10T13:05:03Z</dcterms:created>
  <dcterms:modified xsi:type="dcterms:W3CDTF">2024-12-05T13:55:12Z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