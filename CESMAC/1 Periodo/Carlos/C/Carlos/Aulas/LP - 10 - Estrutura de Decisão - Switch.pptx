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0"/>
  </p:notesMasterIdLst>
  <p:sldIdLst>
    <p:sldId id="256" r:id="rId2"/>
    <p:sldId id="345" r:id="rId3"/>
    <p:sldId id="346" r:id="rId4"/>
    <p:sldId id="265" r:id="rId5"/>
    <p:sldId id="347" r:id="rId6"/>
    <p:sldId id="348" r:id="rId7"/>
    <p:sldId id="350" r:id="rId8"/>
    <p:sldId id="349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58" r:id="rId17"/>
    <p:sldId id="359" r:id="rId18"/>
    <p:sldId id="360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49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tângulo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tângulo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tângulo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tângulo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tângulo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tângulo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tângulo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tângulo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tângulo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tângulo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tângulo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51384" y="1412777"/>
            <a:ext cx="11089232" cy="2187674"/>
          </a:xfrm>
        </p:spPr>
        <p:txBody>
          <a:bodyPr>
            <a:noAutofit/>
          </a:bodyPr>
          <a:lstStyle/>
          <a:p>
            <a:r>
              <a:rPr lang="pt-BR" sz="6000" dirty="0"/>
              <a:t>Laboratório de Programação I</a:t>
            </a:r>
            <a:br>
              <a:rPr lang="pt-BR" sz="6000" dirty="0"/>
            </a:br>
            <a:r>
              <a:rPr lang="pt-BR" dirty="0"/>
              <a:t>Estrutura de Decisão - Switch</a:t>
            </a: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07568" y="5301208"/>
            <a:ext cx="6400800" cy="1104528"/>
          </a:xfrm>
        </p:spPr>
        <p:txBody>
          <a:bodyPr/>
          <a:lstStyle/>
          <a:p>
            <a:pPr algn="l"/>
            <a:r>
              <a:rPr lang="pt-BR" dirty="0"/>
              <a:t>Professor: Carlos Alberto</a:t>
            </a:r>
          </a:p>
          <a:p>
            <a:pPr algn="l"/>
            <a:r>
              <a:rPr lang="pt-BR" dirty="0" err="1"/>
              <a:t>Email</a:t>
            </a:r>
            <a:r>
              <a:rPr lang="pt-BR" dirty="0"/>
              <a:t>: carloswgama@gmail.com</a:t>
            </a:r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de Decisão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Como vimos até o momento, uma estrutura de decisão é uma estrutura que define qual estrutura do código será ou não executada.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Diante disso, para relembrarmos do IF, crie um algoritmo que deve receber um valor de 1 a 7.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Por fim exiba os dias da semana baseados no numero (1 = domingo, 2 = segunda, 3 = terça...).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Caso o número maior que 7 ou menor que 1, exiba a mensagem: Dia inválido. </a:t>
            </a:r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413" y="5661249"/>
            <a:ext cx="482917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1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  <a:endParaRPr lang="pt-BR" sz="1800" b="1" u="sng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4295800" y="117694"/>
            <a:ext cx="5616624" cy="67403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dia;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número de 1 a 7: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&amp;dia);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(dia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"Domingo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(dia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"Segunda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(dia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"Terça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(dia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"Quarta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(dia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"Quinta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(dia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6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"Sexta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(dia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7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"Sábado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"Dia inválido"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36852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8229600" cy="5022304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Estrutura de Decisão</a:t>
            </a:r>
            <a:br>
              <a:rPr lang="pt-BR" sz="6000" dirty="0"/>
            </a:br>
            <a:r>
              <a:rPr lang="pt-BR" sz="6000" dirty="0"/>
              <a:t>Switch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935046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Switch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Uma nova Estrutura de Decisão que também pode resolver o problema anterior é o </a:t>
            </a:r>
            <a:r>
              <a:rPr lang="pt-BR" sz="2000" u="sng" dirty="0"/>
              <a:t>Switch</a:t>
            </a:r>
            <a:r>
              <a:rPr lang="pt-BR" sz="2000" dirty="0"/>
              <a:t>!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 Switch é uma estrutura de decisão que irá observar os </a:t>
            </a:r>
            <a:r>
              <a:rPr lang="pt-BR" sz="2000" u="sng" dirty="0"/>
              <a:t>diferentes possíveis valores de uma </a:t>
            </a:r>
            <a:r>
              <a:rPr lang="pt-BR" sz="2000" b="1" u="sng" dirty="0"/>
              <a:t>única</a:t>
            </a:r>
            <a:r>
              <a:rPr lang="pt-BR" sz="2000" u="sng" dirty="0"/>
              <a:t> variável</a:t>
            </a:r>
            <a:r>
              <a:rPr lang="pt-BR" sz="2000" dirty="0"/>
              <a:t>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Ao </a:t>
            </a:r>
            <a:r>
              <a:rPr lang="pt-BR" sz="2000" u="sng" dirty="0"/>
              <a:t>contrário do IF</a:t>
            </a:r>
            <a:r>
              <a:rPr lang="pt-BR" sz="2000" dirty="0"/>
              <a:t> que apenas possui uma </a:t>
            </a:r>
            <a:r>
              <a:rPr lang="pt-BR" sz="2000" u="sng" dirty="0"/>
              <a:t>condição verdadeira ou falsa</a:t>
            </a:r>
            <a:r>
              <a:rPr lang="pt-BR" sz="2000" dirty="0"/>
              <a:t>, o </a:t>
            </a:r>
            <a:r>
              <a:rPr lang="pt-BR" sz="2000" u="sng" dirty="0"/>
              <a:t>Switch</a:t>
            </a:r>
            <a:r>
              <a:rPr lang="pt-BR" sz="2000" dirty="0"/>
              <a:t> vai poder </a:t>
            </a:r>
            <a:r>
              <a:rPr lang="pt-BR" sz="2000" u="sng" dirty="0"/>
              <a:t>criar várias condições</a:t>
            </a:r>
            <a:r>
              <a:rPr lang="pt-BR" sz="2000" dirty="0"/>
              <a:t> para a variável.</a:t>
            </a:r>
          </a:p>
        </p:txBody>
      </p:sp>
    </p:spTree>
    <p:extLst>
      <p:ext uri="{BB962C8B-B14F-4D97-AF65-F5344CB8AC3E}">
        <p14:creationId xmlns:p14="http://schemas.microsoft.com/office/powerpoint/2010/main" val="3991950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Switch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Sua Sintaxe é representada por: </a:t>
            </a:r>
          </a:p>
        </p:txBody>
      </p:sp>
      <p:sp>
        <p:nvSpPr>
          <p:cNvPr id="4" name="Retângulo 3"/>
          <p:cNvSpPr/>
          <p:nvPr/>
        </p:nvSpPr>
        <p:spPr>
          <a:xfrm>
            <a:off x="1775520" y="2643842"/>
            <a:ext cx="5609106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variavel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&lt;valor1&gt;: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    //linhas a serem executadas 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    // caso 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variavel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seja igual a valor1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    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&lt;valor2&gt;: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    //linhas a serem executados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    // caso 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variavel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seja igual a valor2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    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&lt;valor3&gt;: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    //linhas a serem executados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    // caso 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variavel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seja igual a valor3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    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7217928" y="2025134"/>
            <a:ext cx="296427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Variável que será analisada</a:t>
            </a:r>
          </a:p>
        </p:txBody>
      </p:sp>
      <p:cxnSp>
        <p:nvCxnSpPr>
          <p:cNvPr id="7" name="Conector Angulado 6"/>
          <p:cNvCxnSpPr>
            <a:stCxn id="5" idx="2"/>
            <a:endCxn id="8" idx="3"/>
          </p:cNvCxnSpPr>
          <p:nvPr/>
        </p:nvCxnSpPr>
        <p:spPr>
          <a:xfrm rot="5400000">
            <a:off x="6104948" y="225279"/>
            <a:ext cx="425931" cy="476430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tângulo Arredondado 7"/>
          <p:cNvSpPr/>
          <p:nvPr/>
        </p:nvSpPr>
        <p:spPr>
          <a:xfrm>
            <a:off x="2641048" y="2643842"/>
            <a:ext cx="1294712" cy="35311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7384628" y="2015379"/>
            <a:ext cx="223976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Inicia e finaliza a estrutura do switch</a:t>
            </a:r>
          </a:p>
        </p:txBody>
      </p:sp>
      <p:cxnSp>
        <p:nvCxnSpPr>
          <p:cNvPr id="12" name="Conector Angulado 11"/>
          <p:cNvCxnSpPr>
            <a:stCxn id="11" idx="2"/>
            <a:endCxn id="13" idx="3"/>
          </p:cNvCxnSpPr>
          <p:nvPr/>
        </p:nvCxnSpPr>
        <p:spPr>
          <a:xfrm rot="5400000">
            <a:off x="6243631" y="559518"/>
            <a:ext cx="158688" cy="436307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tângulo Arredondado 12"/>
          <p:cNvSpPr/>
          <p:nvPr/>
        </p:nvSpPr>
        <p:spPr>
          <a:xfrm>
            <a:off x="3919686" y="2643842"/>
            <a:ext cx="221754" cy="35311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Angulado 17"/>
          <p:cNvCxnSpPr>
            <a:stCxn id="52" idx="2"/>
            <a:endCxn id="19" idx="3"/>
          </p:cNvCxnSpPr>
          <p:nvPr/>
        </p:nvCxnSpPr>
        <p:spPr>
          <a:xfrm rot="5400000">
            <a:off x="3442163" y="1556618"/>
            <a:ext cx="3455427" cy="618419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tângulo Arredondado 18"/>
          <p:cNvSpPr/>
          <p:nvPr/>
        </p:nvSpPr>
        <p:spPr>
          <a:xfrm>
            <a:off x="1856023" y="6199875"/>
            <a:ext cx="221754" cy="35311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/>
          <p:cNvSpPr txBox="1"/>
          <p:nvPr/>
        </p:nvSpPr>
        <p:spPr>
          <a:xfrm>
            <a:off x="6888089" y="2167779"/>
            <a:ext cx="3766537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Checa se a variável possui</a:t>
            </a:r>
            <a:r>
              <a:rPr lang="pt-BR" b="1" dirty="0"/>
              <a:t> </a:t>
            </a:r>
            <a:r>
              <a:rPr lang="pt-BR" dirty="0"/>
              <a:t>o </a:t>
            </a:r>
            <a:r>
              <a:rPr lang="pt-BR" b="1" dirty="0"/>
              <a:t>mesmo valor</a:t>
            </a:r>
            <a:r>
              <a:rPr lang="pt-BR" dirty="0"/>
              <a:t> informado no case</a:t>
            </a:r>
          </a:p>
        </p:txBody>
      </p:sp>
      <p:cxnSp>
        <p:nvCxnSpPr>
          <p:cNvPr id="26" name="Conector Angulado 25"/>
          <p:cNvCxnSpPr>
            <a:stCxn id="25" idx="2"/>
            <a:endCxn id="27" idx="3"/>
          </p:cNvCxnSpPr>
          <p:nvPr/>
        </p:nvCxnSpPr>
        <p:spPr>
          <a:xfrm rot="5400000">
            <a:off x="6315901" y="639651"/>
            <a:ext cx="280999" cy="462991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Retângulo Arredondado 26"/>
          <p:cNvSpPr/>
          <p:nvPr/>
        </p:nvSpPr>
        <p:spPr>
          <a:xfrm>
            <a:off x="2301516" y="2975401"/>
            <a:ext cx="1839925" cy="2394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/>
          <p:cNvSpPr txBox="1"/>
          <p:nvPr/>
        </p:nvSpPr>
        <p:spPr>
          <a:xfrm>
            <a:off x="6996582" y="2110924"/>
            <a:ext cx="3553752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As linhas que serão executadas caso a </a:t>
            </a:r>
            <a:r>
              <a:rPr lang="pt-BR" dirty="0" err="1"/>
              <a:t>variavel</a:t>
            </a:r>
            <a:r>
              <a:rPr lang="pt-BR" dirty="0"/>
              <a:t> possua o mesmo valor do case</a:t>
            </a:r>
          </a:p>
        </p:txBody>
      </p:sp>
      <p:cxnSp>
        <p:nvCxnSpPr>
          <p:cNvPr id="37" name="Conector Angulado 36"/>
          <p:cNvCxnSpPr>
            <a:stCxn id="36" idx="2"/>
            <a:endCxn id="38" idx="3"/>
          </p:cNvCxnSpPr>
          <p:nvPr/>
        </p:nvCxnSpPr>
        <p:spPr>
          <a:xfrm rot="5400000">
            <a:off x="7845332" y="2573549"/>
            <a:ext cx="467423" cy="138883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Retângulo Arredondado 37"/>
          <p:cNvSpPr/>
          <p:nvPr/>
        </p:nvSpPr>
        <p:spPr>
          <a:xfrm>
            <a:off x="2659106" y="3214315"/>
            <a:ext cx="4725521" cy="574725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/>
          <p:cNvSpPr txBox="1"/>
          <p:nvPr/>
        </p:nvSpPr>
        <p:spPr>
          <a:xfrm>
            <a:off x="7148983" y="2263324"/>
            <a:ext cx="3401351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Informar que as próximas linhas da estrutura não serão executadas, encerrando o caso</a:t>
            </a:r>
          </a:p>
        </p:txBody>
      </p:sp>
      <p:cxnSp>
        <p:nvCxnSpPr>
          <p:cNvPr id="44" name="Conector Angulado 43"/>
          <p:cNvCxnSpPr>
            <a:stCxn id="43" idx="2"/>
            <a:endCxn id="45" idx="3"/>
          </p:cNvCxnSpPr>
          <p:nvPr/>
        </p:nvCxnSpPr>
        <p:spPr>
          <a:xfrm rot="5400000">
            <a:off x="5849152" y="913222"/>
            <a:ext cx="727074" cy="527393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Retângulo Arredondado 44"/>
          <p:cNvSpPr/>
          <p:nvPr/>
        </p:nvSpPr>
        <p:spPr>
          <a:xfrm>
            <a:off x="2659106" y="3789040"/>
            <a:ext cx="916615" cy="24937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/>
          <p:cNvSpPr txBox="1"/>
          <p:nvPr/>
        </p:nvSpPr>
        <p:spPr>
          <a:xfrm>
            <a:off x="6212689" y="335681"/>
            <a:ext cx="4098568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Analisa os próximos possíveis valores que a </a:t>
            </a:r>
            <a:r>
              <a:rPr lang="pt-BR" dirty="0" err="1"/>
              <a:t>variavel</a:t>
            </a:r>
            <a:r>
              <a:rPr lang="pt-BR" dirty="0"/>
              <a:t> pode ser, caso não tenha sido o caso anterior.</a:t>
            </a:r>
          </a:p>
          <a:p>
            <a:endParaRPr lang="pt-BR" dirty="0"/>
          </a:p>
          <a:p>
            <a:r>
              <a:rPr lang="pt-BR" dirty="0"/>
              <a:t>Informa qual código será executado, se a </a:t>
            </a:r>
            <a:r>
              <a:rPr lang="pt-BR" dirty="0" err="1"/>
              <a:t>variavel</a:t>
            </a:r>
            <a:r>
              <a:rPr lang="pt-BR" dirty="0"/>
              <a:t> for igual ao valor do case e encerra o caso com o break.</a:t>
            </a:r>
          </a:p>
          <a:p>
            <a:endParaRPr lang="pt-BR" dirty="0"/>
          </a:p>
          <a:p>
            <a:r>
              <a:rPr lang="pt-BR" dirty="0"/>
              <a:t>Pode ter quantos “case” desejar</a:t>
            </a:r>
          </a:p>
        </p:txBody>
      </p:sp>
      <p:cxnSp>
        <p:nvCxnSpPr>
          <p:cNvPr id="53" name="Conector Angulado 52"/>
          <p:cNvCxnSpPr>
            <a:stCxn id="52" idx="2"/>
            <a:endCxn id="54" idx="3"/>
          </p:cNvCxnSpPr>
          <p:nvPr/>
        </p:nvCxnSpPr>
        <p:spPr>
          <a:xfrm rot="5400000">
            <a:off x="6974442" y="3331190"/>
            <a:ext cx="1697719" cy="87734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Retângulo Arredondado 53"/>
          <p:cNvSpPr/>
          <p:nvPr/>
        </p:nvSpPr>
        <p:spPr>
          <a:xfrm>
            <a:off x="2304862" y="4080252"/>
            <a:ext cx="5079764" cy="107694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2" name="Conector Angulado 61"/>
          <p:cNvCxnSpPr>
            <a:stCxn id="52" idx="2"/>
            <a:endCxn id="63" idx="3"/>
          </p:cNvCxnSpPr>
          <p:nvPr/>
        </p:nvCxnSpPr>
        <p:spPr>
          <a:xfrm rot="5400000">
            <a:off x="6416026" y="3868199"/>
            <a:ext cx="2793145" cy="89875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Retângulo Arredondado 62"/>
          <p:cNvSpPr/>
          <p:nvPr/>
        </p:nvSpPr>
        <p:spPr>
          <a:xfrm>
            <a:off x="2283457" y="5175678"/>
            <a:ext cx="5079764" cy="107694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147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8" grpId="0" animBg="1"/>
      <p:bldP spid="8" grpId="1" animBg="1"/>
      <p:bldP spid="11" grpId="0" animBg="1"/>
      <p:bldP spid="11" grpId="1" animBg="1"/>
      <p:bldP spid="13" grpId="0" animBg="1"/>
      <p:bldP spid="13" grpId="1" animBg="1"/>
      <p:bldP spid="19" grpId="0" animBg="1"/>
      <p:bldP spid="19" grpId="1" animBg="1"/>
      <p:bldP spid="25" grpId="0" animBg="1"/>
      <p:bldP spid="25" grpId="1" animBg="1"/>
      <p:bldP spid="27" grpId="0" animBg="1"/>
      <p:bldP spid="27" grpId="1" animBg="1"/>
      <p:bldP spid="36" grpId="0" animBg="1"/>
      <p:bldP spid="36" grpId="1" animBg="1"/>
      <p:bldP spid="38" grpId="0" animBg="1"/>
      <p:bldP spid="38" grpId="1" animBg="1"/>
      <p:bldP spid="43" grpId="0" animBg="1"/>
      <p:bldP spid="43" grpId="1" animBg="1"/>
      <p:bldP spid="45" grpId="0" animBg="1"/>
      <p:bldP spid="45" grpId="1" animBg="1"/>
      <p:bldP spid="52" grpId="0" animBg="1"/>
      <p:bldP spid="52" grpId="1" animBg="1"/>
      <p:bldP spid="54" grpId="0" animBg="1"/>
      <p:bldP spid="54" grpId="1" animBg="1"/>
      <p:bldP spid="63" grpId="0" animBg="1"/>
      <p:bldP spid="6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Switch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Exemplo:</a:t>
            </a:r>
          </a:p>
        </p:txBody>
      </p:sp>
      <p:sp>
        <p:nvSpPr>
          <p:cNvPr id="6" name="Retângulo 5"/>
          <p:cNvSpPr/>
          <p:nvPr/>
        </p:nvSpPr>
        <p:spPr>
          <a:xfrm>
            <a:off x="2855640" y="2780929"/>
            <a:ext cx="4248472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nivel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nivel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nivel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Admin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"Moderador"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"Usuário comum"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14862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Switch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Atualize a atividade anterior, dos dias da semana, para usar a estrutura do Switch!</a:t>
            </a:r>
          </a:p>
        </p:txBody>
      </p:sp>
    </p:spTree>
    <p:extLst>
      <p:ext uri="{BB962C8B-B14F-4D97-AF65-F5344CB8AC3E}">
        <p14:creationId xmlns:p14="http://schemas.microsoft.com/office/powerpoint/2010/main" val="4081714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Switch - Resultado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</p:txBody>
      </p:sp>
      <p:sp>
        <p:nvSpPr>
          <p:cNvPr id="6" name="Retângulo 5"/>
          <p:cNvSpPr/>
          <p:nvPr/>
        </p:nvSpPr>
        <p:spPr>
          <a:xfrm>
            <a:off x="4151784" y="404665"/>
            <a:ext cx="5328592" cy="63401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dia;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"Digite um número de 1 a 7: 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&amp;dia);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  switch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(dia) {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"Domingo \n"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  break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"Segunda \n"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  break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"Terça \n"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  break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"Quarta \n"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  break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"Quinta \n"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  break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6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"Sexta \n"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  break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7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"Sábado \n"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  break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1171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Switch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E a nossa condição de números que não estejam entre 1 e 7?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Nesse caso o </a:t>
            </a:r>
            <a:r>
              <a:rPr lang="pt-BR" sz="2000" u="sng" dirty="0"/>
              <a:t>Switch</a:t>
            </a:r>
            <a:r>
              <a:rPr lang="pt-BR" sz="2000" dirty="0"/>
              <a:t> também possui um recurso semelhante ao ELSE, que é chamado </a:t>
            </a:r>
            <a:r>
              <a:rPr lang="pt-BR" sz="2000" u="sng" dirty="0"/>
              <a:t>default.</a:t>
            </a:r>
          </a:p>
          <a:p>
            <a:pPr algn="just"/>
            <a:endParaRPr lang="pt-BR" sz="2000" u="sng" dirty="0"/>
          </a:p>
        </p:txBody>
      </p:sp>
    </p:spTree>
    <p:extLst>
      <p:ext uri="{BB962C8B-B14F-4D97-AF65-F5344CB8AC3E}">
        <p14:creationId xmlns:p14="http://schemas.microsoft.com/office/powerpoint/2010/main" val="342324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Switch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Caso o valor não entre em nenhum dos cases, ele poderá entrar no default, que possui a seguinte sintaxe:</a:t>
            </a:r>
          </a:p>
        </p:txBody>
      </p:sp>
      <p:sp>
        <p:nvSpPr>
          <p:cNvPr id="4" name="Retângulo 3"/>
          <p:cNvSpPr/>
          <p:nvPr/>
        </p:nvSpPr>
        <p:spPr>
          <a:xfrm>
            <a:off x="1631504" y="2925605"/>
            <a:ext cx="6120680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variavel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&lt;valor1&gt;: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//linhas a serem executadas 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 caso 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variavel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seja igual a valor1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&lt;valor2&gt;: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//linhas a serem executados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 caso 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variavel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seja igual a valor2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b="1" u="sng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//Linhas a serem executadas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//caso não entre em nenhum caso acima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tângulo Arredondado 4"/>
          <p:cNvSpPr/>
          <p:nvPr/>
        </p:nvSpPr>
        <p:spPr>
          <a:xfrm>
            <a:off x="1981200" y="5445224"/>
            <a:ext cx="5554960" cy="1008112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236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Switch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Atualize a atividade anterior, de modo que caso o numero digitado seja diferente dos informados, exiba a mensagem:” Data Inválida”</a:t>
            </a:r>
          </a:p>
        </p:txBody>
      </p:sp>
    </p:spTree>
    <p:extLst>
      <p:ext uri="{BB962C8B-B14F-4D97-AF65-F5344CB8AC3E}">
        <p14:creationId xmlns:p14="http://schemas.microsoft.com/office/powerpoint/2010/main" val="4080130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Switch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</p:txBody>
      </p:sp>
      <p:sp>
        <p:nvSpPr>
          <p:cNvPr id="4" name="Retângulo 3"/>
          <p:cNvSpPr/>
          <p:nvPr/>
        </p:nvSpPr>
        <p:spPr>
          <a:xfrm>
            <a:off x="4007768" y="-28556"/>
            <a:ext cx="5328592" cy="72019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dia;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"Digite um número de 1 a 7: 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&amp;dia);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  switch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(dia) {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"Domingo \n"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  break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"Segunda \n"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  break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"Terça \n"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  break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"Quarta \n"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  break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"Quinta \n"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  break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6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"Sexta \n"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  break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7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"Sábado \n"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  break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default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"Data inválida 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	  break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9819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Switch - Break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E caso você remova o break e digite, por exemplo, o numero 3.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 que acontece?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665" y="3429000"/>
            <a:ext cx="5645427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28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Switch - Break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Uma vez que seu código entra em um CASE, ele vai executar </a:t>
            </a:r>
            <a:r>
              <a:rPr lang="pt-BR" sz="2000" u="sng" dirty="0"/>
              <a:t>TODAS linha abaixo até o fim</a:t>
            </a:r>
            <a:r>
              <a:rPr lang="pt-BR" sz="2000" dirty="0"/>
              <a:t> do </a:t>
            </a:r>
            <a:r>
              <a:rPr lang="pt-BR" sz="2000" u="sng" dirty="0"/>
              <a:t>Switch</a:t>
            </a:r>
            <a:r>
              <a:rPr lang="pt-BR" sz="2000" dirty="0"/>
              <a:t> ou até encontrar um </a:t>
            </a:r>
            <a:r>
              <a:rPr lang="pt-BR" sz="2000" u="sng" dirty="0"/>
              <a:t>BREAK</a:t>
            </a:r>
          </a:p>
        </p:txBody>
      </p:sp>
      <p:sp>
        <p:nvSpPr>
          <p:cNvPr id="5" name="Retângulo 4"/>
          <p:cNvSpPr/>
          <p:nvPr/>
        </p:nvSpPr>
        <p:spPr>
          <a:xfrm>
            <a:off x="3755336" y="3212976"/>
            <a:ext cx="4824536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(dia)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"Domingo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"Segunda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"Terça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"Quarta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"Quinta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6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"Sexta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7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"Sábado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default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"Data inválida"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Seta para Baixo 5"/>
          <p:cNvSpPr/>
          <p:nvPr/>
        </p:nvSpPr>
        <p:spPr>
          <a:xfrm>
            <a:off x="3395296" y="4234991"/>
            <a:ext cx="720080" cy="1393284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7967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Switch - Break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Se a pessoa digita 3 e tivesse um Break no 6?</a:t>
            </a:r>
            <a:endParaRPr lang="pt-BR" sz="2000" u="sng" dirty="0"/>
          </a:p>
        </p:txBody>
      </p:sp>
      <p:sp>
        <p:nvSpPr>
          <p:cNvPr id="5" name="Retângulo 4"/>
          <p:cNvSpPr/>
          <p:nvPr/>
        </p:nvSpPr>
        <p:spPr>
          <a:xfrm>
            <a:off x="2351584" y="2803830"/>
            <a:ext cx="4824536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(dia)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"Domingo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"Segunda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"Terça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"Quarta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"Quinta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6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"Sexta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break;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7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"Sábado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default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"Data inválida"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Seta para Baixo 5"/>
          <p:cNvSpPr/>
          <p:nvPr/>
        </p:nvSpPr>
        <p:spPr>
          <a:xfrm>
            <a:off x="2351584" y="3715338"/>
            <a:ext cx="504056" cy="937798"/>
          </a:xfrm>
          <a:prstGeom prst="downArrow">
            <a:avLst>
              <a:gd name="adj1" fmla="val 50000"/>
              <a:gd name="adj2" fmla="val 5614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968" y="488553"/>
            <a:ext cx="466725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643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Switch – Break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Praticando, usando o</a:t>
            </a:r>
            <a:r>
              <a:rPr lang="pt-BR" sz="2000" u="sng" dirty="0"/>
              <a:t> Switch e fazendo bom uso do break</a:t>
            </a:r>
            <a:r>
              <a:rPr lang="pt-BR" sz="2000" dirty="0"/>
              <a:t>, crie um script que informe se o dia digitado (1 a 7) é </a:t>
            </a:r>
            <a:r>
              <a:rPr lang="pt-BR" sz="2000" u="sng" dirty="0"/>
              <a:t>final de semana</a:t>
            </a:r>
            <a:r>
              <a:rPr lang="pt-BR" sz="2000" dirty="0"/>
              <a:t> ou </a:t>
            </a:r>
            <a:r>
              <a:rPr lang="pt-BR" sz="2000" u="sng" dirty="0"/>
              <a:t>dia de comum</a:t>
            </a:r>
            <a:r>
              <a:rPr lang="pt-BR" sz="2000" dirty="0"/>
              <a:t>, respeitando:</a:t>
            </a:r>
          </a:p>
          <a:p>
            <a:pPr algn="just"/>
            <a:r>
              <a:rPr lang="pt-BR" sz="2000" dirty="0"/>
              <a:t>1 = Final de Semana</a:t>
            </a:r>
          </a:p>
          <a:p>
            <a:pPr algn="just"/>
            <a:r>
              <a:rPr lang="pt-BR" sz="2000" dirty="0"/>
              <a:t>2 a 6 = Dia comum</a:t>
            </a:r>
          </a:p>
          <a:p>
            <a:pPr algn="just"/>
            <a:r>
              <a:rPr lang="pt-BR" sz="2000" dirty="0"/>
              <a:t>7 = Final de Semana</a:t>
            </a:r>
          </a:p>
          <a:p>
            <a:pPr algn="just"/>
            <a:r>
              <a:rPr lang="pt-BR" sz="2000" dirty="0"/>
              <a:t>Outro numero = Data inválida</a:t>
            </a:r>
            <a:r>
              <a:rPr lang="pt-BR" sz="2000" u="sng" dirty="0"/>
              <a:t> 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355" y="4797152"/>
            <a:ext cx="4943475" cy="89535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976" y="5929703"/>
            <a:ext cx="4695825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47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Switch - Break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  <a:endParaRPr lang="pt-BR" sz="2000" u="sng" dirty="0"/>
          </a:p>
        </p:txBody>
      </p:sp>
      <p:sp>
        <p:nvSpPr>
          <p:cNvPr id="4" name="Retângulo 3"/>
          <p:cNvSpPr/>
          <p:nvPr/>
        </p:nvSpPr>
        <p:spPr>
          <a:xfrm>
            <a:off x="4511824" y="665226"/>
            <a:ext cx="5439604" cy="59093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dia;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número de 1 a 7: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&amp;dia);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switch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(dia)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7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"Final de Semana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  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6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"Dia comum"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  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default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"Data inválida"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8615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4" ma:contentTypeDescription="Crie um novo documento." ma:contentTypeScope="" ma:versionID="d137e2844ba62bc793c1c8abf70138df">
  <xsd:schema xmlns:xsd="http://www.w3.org/2001/XMLSchema" xmlns:xs="http://www.w3.org/2001/XMLSchema" xmlns:p="http://schemas.microsoft.com/office/2006/metadata/properties" xmlns:ns2="374fe2b2-f112-4a7f-a75a-e4cf13299bfb" targetNamespace="http://schemas.microsoft.com/office/2006/metadata/properties" ma:root="true" ma:fieldsID="8c06492f1f7e45b2407bc3835eac0481" ns2:_="">
    <xsd:import namespace="374fe2b2-f112-4a7f-a75a-e4cf13299b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fe2b2-f112-4a7f-a75a-e4cf13299b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6A57C33-0C98-47C6-9F36-D92CFBB444F9}"/>
</file>

<file path=customXml/itemProps2.xml><?xml version="1.0" encoding="utf-8"?>
<ds:datastoreItem xmlns:ds="http://schemas.openxmlformats.org/officeDocument/2006/customXml" ds:itemID="{65B6E127-963C-49C8-8BF2-4B2FA5A9ABA8}"/>
</file>

<file path=customXml/itemProps3.xml><?xml version="1.0" encoding="utf-8"?>
<ds:datastoreItem xmlns:ds="http://schemas.openxmlformats.org/officeDocument/2006/customXml" ds:itemID="{7B1D059D-A9DF-45D8-8241-5E418670259D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1809</TotalTime>
  <Words>1489</Words>
  <Application>Microsoft Office PowerPoint</Application>
  <PresentationFormat>Widescreen</PresentationFormat>
  <Paragraphs>228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Calibri</vt:lpstr>
      <vt:lpstr>Consolas</vt:lpstr>
      <vt:lpstr>Georgia</vt:lpstr>
      <vt:lpstr>Trebuchet MS</vt:lpstr>
      <vt:lpstr>Wingdings 2</vt:lpstr>
      <vt:lpstr>Urbano</vt:lpstr>
      <vt:lpstr>Laboratório de Programação I Estrutura de Decisão - Switch</vt:lpstr>
      <vt:lpstr>Estrutura de Decisão</vt:lpstr>
      <vt:lpstr>Solução</vt:lpstr>
      <vt:lpstr>Estrutura de Decisão Switch </vt:lpstr>
      <vt:lpstr>Switch</vt:lpstr>
      <vt:lpstr>Switch</vt:lpstr>
      <vt:lpstr>Switch</vt:lpstr>
      <vt:lpstr>Switch - Praticando</vt:lpstr>
      <vt:lpstr>Switch - Resultado</vt:lpstr>
      <vt:lpstr>Switch </vt:lpstr>
      <vt:lpstr>Switch </vt:lpstr>
      <vt:lpstr>Switch - Praticando</vt:lpstr>
      <vt:lpstr>Switch - Praticando</vt:lpstr>
      <vt:lpstr>Switch - Break</vt:lpstr>
      <vt:lpstr>Switch - Break</vt:lpstr>
      <vt:lpstr>Switch - Break</vt:lpstr>
      <vt:lpstr>Switch – Break - Praticando</vt:lpstr>
      <vt:lpstr>Switch - Break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215</cp:revision>
  <dcterms:created xsi:type="dcterms:W3CDTF">2017-03-10T13:05:03Z</dcterms:created>
  <dcterms:modified xsi:type="dcterms:W3CDTF">2024-12-05T13:50:47Z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