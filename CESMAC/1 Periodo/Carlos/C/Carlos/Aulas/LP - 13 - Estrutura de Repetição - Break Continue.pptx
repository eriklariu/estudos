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56" r:id="rId2"/>
    <p:sldId id="345" r:id="rId3"/>
    <p:sldId id="361" r:id="rId4"/>
    <p:sldId id="362" r:id="rId5"/>
    <p:sldId id="363" r:id="rId6"/>
    <p:sldId id="265" r:id="rId7"/>
    <p:sldId id="364" r:id="rId8"/>
    <p:sldId id="365" r:id="rId9"/>
    <p:sldId id="366" r:id="rId10"/>
    <p:sldId id="367" r:id="rId11"/>
    <p:sldId id="368" r:id="rId12"/>
    <p:sldId id="369" r:id="rId13"/>
    <p:sldId id="370" r:id="rId14"/>
    <p:sldId id="371" r:id="rId15"/>
    <p:sldId id="372" r:id="rId16"/>
    <p:sldId id="373" r:id="rId17"/>
    <p:sldId id="374" r:id="rId18"/>
    <p:sldId id="375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66" autoAdjust="0"/>
  </p:normalViewPr>
  <p:slideViewPr>
    <p:cSldViewPr>
      <p:cViewPr varScale="1">
        <p:scale>
          <a:sx n="99" d="100"/>
          <a:sy n="99" d="100"/>
        </p:scale>
        <p:origin x="2532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95400" y="1412777"/>
            <a:ext cx="11161240" cy="2187674"/>
          </a:xfrm>
        </p:spPr>
        <p:txBody>
          <a:bodyPr>
            <a:noAutofit/>
          </a:bodyPr>
          <a:lstStyle/>
          <a:p>
            <a:r>
              <a:rPr lang="pt-BR" sz="6000" dirty="0"/>
              <a:t>Laboratório de Programação I</a:t>
            </a:r>
            <a:br>
              <a:rPr lang="pt-BR" sz="6000" dirty="0"/>
            </a:br>
            <a:r>
              <a:rPr lang="pt-BR" dirty="0"/>
              <a:t>Estrutura de Repetição – Break | Continue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o usuário deverá informar um número.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Exiba desse numero até 1.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Porém se durante a exibição o numero que for ser exibido for múltiplo de 13 encerre a contagem:</a:t>
            </a:r>
            <a:endParaRPr lang="pt-BR" sz="18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61" y="4411980"/>
            <a:ext cx="3533775" cy="20955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462" y="4411980"/>
            <a:ext cx="3476625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1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Nosso problema anterior vai repetir uma quantidade </a:t>
            </a:r>
            <a:r>
              <a:rPr lang="pt-BR" sz="2000" u="sng" dirty="0"/>
              <a:t>determinada de vezes</a:t>
            </a:r>
            <a:r>
              <a:rPr lang="pt-BR" sz="2000" dirty="0"/>
              <a:t>, logo pode ser resolvido com </a:t>
            </a:r>
            <a:r>
              <a:rPr lang="pt-BR" sz="2000" u="sng" dirty="0"/>
              <a:t>FOR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Mas temos mais de </a:t>
            </a:r>
            <a:r>
              <a:rPr lang="pt-BR" sz="2000" u="sng" dirty="0"/>
              <a:t>uma condição a mais</a:t>
            </a:r>
            <a:r>
              <a:rPr lang="pt-BR" sz="2000" dirty="0"/>
              <a:t>, o que seria melhor usar o </a:t>
            </a:r>
            <a:r>
              <a:rPr lang="pt-BR" sz="2000" u="sng" dirty="0"/>
              <a:t>WHILE</a:t>
            </a:r>
            <a:r>
              <a:rPr lang="pt-BR" sz="2000" dirty="0"/>
              <a:t> então: </a:t>
            </a:r>
          </a:p>
        </p:txBody>
      </p:sp>
      <p:sp>
        <p:nvSpPr>
          <p:cNvPr id="4" name="Retângulo 3"/>
          <p:cNvSpPr/>
          <p:nvPr/>
        </p:nvSpPr>
        <p:spPr>
          <a:xfrm>
            <a:off x="4151784" y="4221089"/>
            <a:ext cx="423021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(n &gt;=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&amp;&amp; n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n--;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914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Mas e se tivermos 10 pontos de paradas diferente? Em momentos diferentes do código?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 se no nosso problema anterior tivéssemos que exibir o texto: “Processando” para cada iteração (repetição) e apenas continuar a exibir o numero e repetir enquanto o número não fosse múltiplo de 13?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8" y="4496847"/>
            <a:ext cx="3181350" cy="215265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255" y="4496847"/>
            <a:ext cx="429577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86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Para resolver esses tipos de problemas é que podemos usar os comandos </a:t>
            </a:r>
            <a:r>
              <a:rPr lang="pt-BR" sz="2000" u="sng" dirty="0"/>
              <a:t>Break</a:t>
            </a:r>
            <a:r>
              <a:rPr lang="pt-BR" sz="2000" dirty="0"/>
              <a:t> e </a:t>
            </a:r>
            <a:r>
              <a:rPr lang="pt-BR" sz="2000" u="sng" dirty="0"/>
              <a:t>Continue</a:t>
            </a:r>
            <a:r>
              <a:rPr lang="pt-BR" sz="2000" dirty="0"/>
              <a:t> que alteram o fluxo da repetição.</a:t>
            </a:r>
          </a:p>
        </p:txBody>
      </p:sp>
    </p:spTree>
    <p:extLst>
      <p:ext uri="{BB962C8B-B14F-4D97-AF65-F5344CB8AC3E}">
        <p14:creationId xmlns:p14="http://schemas.microsoft.com/office/powerpoint/2010/main" val="20764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Estrutura de Repetição</a:t>
            </a:r>
            <a:br>
              <a:rPr lang="pt-BR" sz="6000" dirty="0"/>
            </a:br>
            <a:r>
              <a:rPr lang="pt-BR" sz="6000" dirty="0"/>
              <a:t>BREAK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935046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Break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que é que o atributo </a:t>
            </a:r>
            <a:r>
              <a:rPr lang="pt-BR" sz="2000" u="sng" dirty="0"/>
              <a:t>break</a:t>
            </a:r>
            <a:r>
              <a:rPr lang="pt-BR" sz="2000" dirty="0"/>
              <a:t> fazia em um </a:t>
            </a:r>
            <a:r>
              <a:rPr lang="pt-BR" sz="2000" u="sng" dirty="0"/>
              <a:t>Switch</a:t>
            </a:r>
            <a:r>
              <a:rPr lang="pt-BR" sz="2000" dirty="0"/>
              <a:t>?</a:t>
            </a:r>
          </a:p>
          <a:p>
            <a:pPr lvl="1" algn="just"/>
            <a:r>
              <a:rPr lang="pt-BR" sz="1800" dirty="0"/>
              <a:t>Encerra a estrutura de decisão, evitando que as próximas linhas sejam executadas em seguida.</a:t>
            </a:r>
          </a:p>
          <a:p>
            <a:pPr lvl="1" algn="just"/>
            <a:endParaRPr lang="pt-BR" sz="1800" dirty="0"/>
          </a:p>
          <a:p>
            <a:pPr algn="just"/>
            <a:r>
              <a:rPr lang="pt-BR" sz="2000" dirty="0"/>
              <a:t>O mesmo acontecerá em uma estrutura de repetição (FOR | WHILE | DO WHILE).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Quando um Break é executado, a Estrutura de Repetição é encerrada na hora!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No Caso do FOR a ação final de incremento  </a:t>
            </a:r>
            <a:r>
              <a:rPr lang="pt-BR" sz="2000" b="1" u="sng" dirty="0"/>
              <a:t>NÃO</a:t>
            </a:r>
            <a:r>
              <a:rPr lang="pt-BR" sz="2000" dirty="0"/>
              <a:t> acontece.</a:t>
            </a:r>
          </a:p>
          <a:p>
            <a:pPr algn="just"/>
            <a:endParaRPr lang="pt-BR" sz="20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33027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Break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que será exibido na tela?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2711624" y="2656298"/>
            <a:ext cx="3600400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	break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 printf(</a:t>
            </a:r>
            <a:r>
              <a:rPr lang="nn-NO" dirty="0">
                <a:solidFill>
                  <a:srgbClr val="A31515"/>
                </a:solidFill>
                <a:latin typeface="Consolas" panose="020B0609020204030204" pitchFamily="49" charset="0"/>
              </a:rPr>
              <a:t>"Entrou\n"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printf(</a:t>
            </a:r>
            <a:r>
              <a:rPr lang="nn-NO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176121" y="2656298"/>
            <a:ext cx="13019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Entrou</a:t>
            </a:r>
          </a:p>
          <a:p>
            <a:r>
              <a:rPr lang="pt-BR" sz="28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6903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Break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programa que resolva o problema anterior.</a:t>
            </a:r>
          </a:p>
          <a:p>
            <a:pPr algn="just"/>
            <a:r>
              <a:rPr lang="pt-BR" sz="2000" dirty="0"/>
              <a:t>Peça para o usuário digitar um número.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Exiba desse número até o número 1, exibindo o texto “Processando...” antes de cada número.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Caso o número atual seja múltiplo de 13 não exiba o número e encerre o processo de repetição. </a:t>
            </a:r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429" y="5051196"/>
            <a:ext cx="2376264" cy="160789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961" y="5046438"/>
            <a:ext cx="3565351" cy="143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2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Break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</p:txBody>
      </p:sp>
      <p:sp>
        <p:nvSpPr>
          <p:cNvPr id="6" name="Retângulo 5"/>
          <p:cNvSpPr/>
          <p:nvPr/>
        </p:nvSpPr>
        <p:spPr>
          <a:xfrm>
            <a:off x="3791744" y="2249424"/>
            <a:ext cx="4608512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i, n;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número: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&amp;n);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n; i &gt;=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i--)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"Processando...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%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13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   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3069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Break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cheque se o numero é primo ou não, fazendo a menor quantidade de repetições possíveis. 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Números primos são números que </a:t>
            </a:r>
            <a:r>
              <a:rPr lang="pt-BR" sz="2000" b="1" u="sng" dirty="0"/>
              <a:t>apenas</a:t>
            </a:r>
            <a:r>
              <a:rPr lang="pt-BR" sz="2000" u="sng" dirty="0"/>
              <a:t> são diviseis por 1  e ele mesmo</a:t>
            </a:r>
            <a:r>
              <a:rPr lang="pt-BR" sz="2000" dirty="0"/>
              <a:t> (Ou seja, o resto da divisão por esses números é zero).</a:t>
            </a:r>
          </a:p>
          <a:p>
            <a:pPr algn="just"/>
            <a:endParaRPr lang="pt-BR" sz="2000" dirty="0"/>
          </a:p>
          <a:p>
            <a:pPr marL="411480" lvl="1" indent="0" algn="just">
              <a:buNone/>
            </a:pPr>
            <a:r>
              <a:rPr lang="pt-BR" sz="2000" dirty="0"/>
              <a:t>Exemplo: 1, 3, 7, 11</a:t>
            </a:r>
          </a:p>
          <a:p>
            <a:pPr lvl="1" algn="just"/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495111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Break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lvl="1" algn="just"/>
            <a:endParaRPr lang="pt-BR" sz="1800" dirty="0"/>
          </a:p>
        </p:txBody>
      </p:sp>
      <p:sp>
        <p:nvSpPr>
          <p:cNvPr id="4" name="Retângulo 3"/>
          <p:cNvSpPr/>
          <p:nvPr/>
        </p:nvSpPr>
        <p:spPr>
          <a:xfrm>
            <a:off x="1631504" y="1174014"/>
            <a:ext cx="8928992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i, n,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divisivel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um número: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&amp;n);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&lt;= n; i++)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(n % i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	   //Quantos 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numeros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dividem o número digitado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divisivel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 //Possui mais de 2 não é primo, não precisa nem continuar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divisivel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       break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	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divisivel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?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"Primo"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: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"Não é primo"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142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Estrutura de Repetição</a:t>
            </a:r>
            <a:br>
              <a:rPr lang="pt-BR" sz="6000" dirty="0"/>
            </a:br>
            <a:r>
              <a:rPr lang="pt-BR" sz="6000" dirty="0"/>
              <a:t>CONTINUE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692000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Continue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Break ele encerra a estrutura de repetição, quebrando o fluxo de repetição.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 que o </a:t>
            </a:r>
            <a:r>
              <a:rPr lang="pt-BR" sz="2000" u="sng" dirty="0"/>
              <a:t>continue</a:t>
            </a:r>
            <a:r>
              <a:rPr lang="pt-BR" sz="2000" dirty="0"/>
              <a:t> faria? </a:t>
            </a:r>
          </a:p>
          <a:p>
            <a:pPr lvl="1" algn="just"/>
            <a:r>
              <a:rPr lang="pt-BR" sz="1800" dirty="0"/>
              <a:t>Ele </a:t>
            </a:r>
            <a:r>
              <a:rPr lang="pt-BR" sz="1800" u="sng" dirty="0"/>
              <a:t>continua na estrutura de repetição</a:t>
            </a:r>
            <a:r>
              <a:rPr lang="pt-BR" sz="1800" dirty="0"/>
              <a:t>, porém </a:t>
            </a:r>
            <a:r>
              <a:rPr lang="pt-BR" sz="1800" u="sng" dirty="0"/>
              <a:t>PULA</a:t>
            </a:r>
            <a:r>
              <a:rPr lang="pt-BR" sz="1800" dirty="0"/>
              <a:t> para a </a:t>
            </a:r>
            <a:r>
              <a:rPr lang="pt-BR" sz="1800" u="sng" dirty="0"/>
              <a:t>próxima iteração</a:t>
            </a:r>
            <a:r>
              <a:rPr lang="pt-BR" sz="1800" dirty="0"/>
              <a:t>.</a:t>
            </a:r>
            <a:endParaRPr lang="pt-BR" sz="1800" u="sng" dirty="0"/>
          </a:p>
          <a:p>
            <a:pPr lvl="1" algn="just"/>
            <a:endParaRPr lang="pt-BR" sz="1800" u="sng" dirty="0"/>
          </a:p>
          <a:p>
            <a:pPr algn="just"/>
            <a:r>
              <a:rPr lang="pt-BR" sz="2000" u="sng" dirty="0"/>
              <a:t>Nenhuma alinha após o continue é executada</a:t>
            </a:r>
            <a:r>
              <a:rPr lang="pt-BR" sz="2000" dirty="0"/>
              <a:t>, mas o código continua a repetir enquanto a sua condição for verdadeira.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No Caso do FOR a ação final de incremento acontece.</a:t>
            </a:r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46396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Continue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que será exibido na tela?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</p:txBody>
      </p:sp>
      <p:sp>
        <p:nvSpPr>
          <p:cNvPr id="6" name="Retângulo 5"/>
          <p:cNvSpPr/>
          <p:nvPr/>
        </p:nvSpPr>
        <p:spPr>
          <a:xfrm>
            <a:off x="2279576" y="2780929"/>
            <a:ext cx="2952328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&lt;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i++;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continue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5525499" y="2780928"/>
            <a:ext cx="38504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1</a:t>
            </a:r>
          </a:p>
          <a:p>
            <a:r>
              <a:rPr lang="pt-BR" sz="2800" dirty="0"/>
              <a:t>2</a:t>
            </a:r>
          </a:p>
          <a:p>
            <a:r>
              <a:rPr lang="pt-BR" sz="2800" dirty="0"/>
              <a:t>3</a:t>
            </a:r>
          </a:p>
          <a:p>
            <a:r>
              <a:rPr lang="pt-BR" sz="2800" dirty="0"/>
              <a:t>5</a:t>
            </a:r>
          </a:p>
        </p:txBody>
      </p:sp>
      <p:sp>
        <p:nvSpPr>
          <p:cNvPr id="8" name="Retângulo 7"/>
          <p:cNvSpPr/>
          <p:nvPr/>
        </p:nvSpPr>
        <p:spPr>
          <a:xfrm>
            <a:off x="2329881" y="5062452"/>
            <a:ext cx="3774981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 &lt;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continue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printf(</a:t>
            </a:r>
            <a:r>
              <a:rPr lang="nn-NO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266631" y="5445224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6475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Continue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que será exibido na tela?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</p:txBody>
      </p:sp>
      <p:sp>
        <p:nvSpPr>
          <p:cNvPr id="6" name="Retângulo 5"/>
          <p:cNvSpPr/>
          <p:nvPr/>
        </p:nvSpPr>
        <p:spPr>
          <a:xfrm>
            <a:off x="2279576" y="2780929"/>
            <a:ext cx="2952328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&lt;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i++;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continue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5525499" y="2780928"/>
            <a:ext cx="38504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1</a:t>
            </a:r>
          </a:p>
          <a:p>
            <a:r>
              <a:rPr lang="pt-BR" sz="2800" dirty="0"/>
              <a:t>2</a:t>
            </a:r>
          </a:p>
          <a:p>
            <a:r>
              <a:rPr lang="pt-BR" sz="2800" dirty="0"/>
              <a:t>3</a:t>
            </a:r>
          </a:p>
          <a:p>
            <a:r>
              <a:rPr lang="pt-BR" sz="2800" dirty="0"/>
              <a:t>5</a:t>
            </a:r>
          </a:p>
        </p:txBody>
      </p:sp>
      <p:sp>
        <p:nvSpPr>
          <p:cNvPr id="8" name="Retângulo 7"/>
          <p:cNvSpPr/>
          <p:nvPr/>
        </p:nvSpPr>
        <p:spPr>
          <a:xfrm>
            <a:off x="2329881" y="5062452"/>
            <a:ext cx="3774981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 &lt;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== </a:t>
            </a:r>
            <a:r>
              <a:rPr lang="nn-NO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continue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printf(</a:t>
            </a:r>
            <a:r>
              <a:rPr lang="nn-NO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266631" y="5445224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9966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Continue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Usando o continue, crie um programa para somar 10 números digitados pelo usuário.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Porém ignore os valores negativos informados pelo usuário.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752" y="3645025"/>
            <a:ext cx="4176464" cy="305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91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Continue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lvl="1" algn="just"/>
            <a:endParaRPr lang="pt-BR" sz="1800" dirty="0"/>
          </a:p>
          <a:p>
            <a:pPr lvl="1" algn="just"/>
            <a:endParaRPr lang="pt-BR" sz="1800" dirty="0"/>
          </a:p>
        </p:txBody>
      </p:sp>
      <p:sp>
        <p:nvSpPr>
          <p:cNvPr id="5" name="Retângulo 4"/>
          <p:cNvSpPr/>
          <p:nvPr/>
        </p:nvSpPr>
        <p:spPr>
          <a:xfrm>
            <a:off x="1981200" y="2366844"/>
            <a:ext cx="6995120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i, n, total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 &lt;=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 - Digite um número: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i);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&amp;n);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//Ignora o resto do código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(n &lt;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continue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total += n;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"Total dos números positivos: 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total);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659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2F02193-9760-407D-B0A9-97699630DA03}"/>
</file>

<file path=customXml/itemProps2.xml><?xml version="1.0" encoding="utf-8"?>
<ds:datastoreItem xmlns:ds="http://schemas.openxmlformats.org/officeDocument/2006/customXml" ds:itemID="{F443CB7D-83DF-4D58-8102-7107B6A19A5A}"/>
</file>

<file path=customXml/itemProps3.xml><?xml version="1.0" encoding="utf-8"?>
<ds:datastoreItem xmlns:ds="http://schemas.openxmlformats.org/officeDocument/2006/customXml" ds:itemID="{A20816F6-D290-4F88-B3D5-49D037716D44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1969</TotalTime>
  <Words>1030</Words>
  <Application>Microsoft Office PowerPoint</Application>
  <PresentationFormat>Widescreen</PresentationFormat>
  <Paragraphs>193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Calibri</vt:lpstr>
      <vt:lpstr>Consolas</vt:lpstr>
      <vt:lpstr>Georgia</vt:lpstr>
      <vt:lpstr>Trebuchet MS</vt:lpstr>
      <vt:lpstr>Wingdings 2</vt:lpstr>
      <vt:lpstr>Urbano</vt:lpstr>
      <vt:lpstr>Laboratório de Programação I Estrutura de Repetição – Break | Continue</vt:lpstr>
      <vt:lpstr>Problema</vt:lpstr>
      <vt:lpstr>Problema</vt:lpstr>
      <vt:lpstr>Problema</vt:lpstr>
      <vt:lpstr>Problema</vt:lpstr>
      <vt:lpstr>Estrutura de Repetição BREAK </vt:lpstr>
      <vt:lpstr>Break</vt:lpstr>
      <vt:lpstr>Break</vt:lpstr>
      <vt:lpstr>Break - Praticando</vt:lpstr>
      <vt:lpstr>Break - Praticando</vt:lpstr>
      <vt:lpstr>Break - Praticando</vt:lpstr>
      <vt:lpstr>Break - Praticando</vt:lpstr>
      <vt:lpstr>Estrutura de Repetição CONTINUE </vt:lpstr>
      <vt:lpstr>Continue</vt:lpstr>
      <vt:lpstr>Continue</vt:lpstr>
      <vt:lpstr>Continue</vt:lpstr>
      <vt:lpstr>Continue - Praticando</vt:lpstr>
      <vt:lpstr>Continue - Praticando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250</cp:revision>
  <dcterms:created xsi:type="dcterms:W3CDTF">2017-03-10T13:05:03Z</dcterms:created>
  <dcterms:modified xsi:type="dcterms:W3CDTF">2024-12-05T13:55:59Z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