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680FD-E9C4-44A2-D407-01CF18EDA162}" v="3" dt="2026-02-20T17:09:53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GEL FARIAS MARQUES" userId="S::2025102117@academico.cesmac.edu.br::340aeba4-4e45-4dad-abdd-22082102db53" providerId="AD" clId="Web-{888680FD-E9C4-44A2-D407-01CF18EDA162}"/>
    <pc:docChg chg="modSld">
      <pc:chgData name="RANGEL FARIAS MARQUES" userId="S::2025102117@academico.cesmac.edu.br::340aeba4-4e45-4dad-abdd-22082102db53" providerId="AD" clId="Web-{888680FD-E9C4-44A2-D407-01CF18EDA162}" dt="2026-02-20T17:09:53.970" v="2"/>
      <pc:docMkLst>
        <pc:docMk/>
      </pc:docMkLst>
      <pc:sldChg chg="delSp modSp">
        <pc:chgData name="RANGEL FARIAS MARQUES" userId="S::2025102117@academico.cesmac.edu.br::340aeba4-4e45-4dad-abdd-22082102db53" providerId="AD" clId="Web-{888680FD-E9C4-44A2-D407-01CF18EDA162}" dt="2026-02-20T17:09:53.970" v="2"/>
        <pc:sldMkLst>
          <pc:docMk/>
          <pc:sldMk cId="0" sldId="269"/>
        </pc:sldMkLst>
        <pc:spChg chg="del mod">
          <ac:chgData name="RANGEL FARIAS MARQUES" userId="S::2025102117@academico.cesmac.edu.br::340aeba4-4e45-4dad-abdd-22082102db53" providerId="AD" clId="Web-{888680FD-E9C4-44A2-D407-01CF18EDA162}" dt="2026-02-20T17:09:53.970" v="2"/>
          <ac:spMkLst>
            <pc:docMk/>
            <pc:sldMk cId="0" sldId="269"/>
            <ac:spMk id="1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274e58c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274e58c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274e58c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1274e58ca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1274e58ca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1274e58ca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274e58c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1274e58c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274e58ca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274e58ca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2c7ad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2c2c7ad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1274e58ca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1274e58ca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274e58ca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1274e58ca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274e58ca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1274e58ca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274e58ca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274e58ca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274e58ca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1274e58ca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2c2c7add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2c2c7add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36647e2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36647e2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274e58ca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1274e58ca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626075"/>
            <a:ext cx="8520600" cy="1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Tabelas HTML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2026.1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tabelas?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490725"/>
            <a:ext cx="28575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072000" y="41101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https://www.homehost.com.br/blog/criar-sites/tabela-html/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tabelas?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072000" y="41101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https://www.homehost.com.br/blog/criar-sites/tabela-html/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988" y="1379200"/>
            <a:ext cx="3580030" cy="278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475" y="976400"/>
            <a:ext cx="670361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995400" y="4797375"/>
            <a:ext cx="5414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https://dotnettutorials.net/lesson/tables-in-html/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Título em uma Tabela!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24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Mas como destacar os títulos da minha tabela para não confundir com conteúdo?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739775" y="1221225"/>
            <a:ext cx="5092500" cy="1461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6098" y="2777400"/>
            <a:ext cx="4996200" cy="215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3874575" y="3390250"/>
            <a:ext cx="629700" cy="22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678550" y="4213600"/>
            <a:ext cx="354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https://www.geeksforgeeks.org/html/html-th-tag/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estruturar melhor minha tabela?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89300" cy="33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&lt;thead&gt;&lt;/thead&gt;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&lt;tbody&gt;&lt;/tbody&gt;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&lt;tfoot&gt;&lt;/tfoot&gt;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exemplo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89300" cy="33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Vamos simular uma nota fiscal utilizando thead; tbody; tfoot?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Nome do Produto | Preço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estruturar melhor minha tabela?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89300" cy="3790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250" b="1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2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thead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thead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tbody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tbody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2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2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se eu quiser que meu título exiba …: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250" y="1894950"/>
            <a:ext cx="59340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2567288" y="4409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https://i.stack.imgur.com/qfS9Y.png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Collspan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37100" cy="3336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rowspan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colspan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875" y="1625125"/>
            <a:ext cx="5090400" cy="2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5230675" y="4488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https://www.youtube.com/watch?v=rfy-Y0-WK-8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se eu quiser que meu título exiba …: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132925" y="4339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https://www.geeksforgeeks.org/html-rowspan-attribute/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575" y="1505100"/>
            <a:ext cx="52768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Rowspan</a:t>
            </a: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89300" cy="3336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F44747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rowspan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colspan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&lt;caption&gt;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244450" y="1017725"/>
            <a:ext cx="7641000" cy="319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caption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Nomes e Idades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caption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Idade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João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b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rowspan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b="1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maria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050" b="1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pt-BR" sz="1050" b="1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 b="1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325" y="1836325"/>
            <a:ext cx="5934075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</a:t>
            </a: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689300" cy="33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https://www.homehost.com.br/blog/criar-sites/tabela-html/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4A943A8DC3354A8151C28915423A53" ma:contentTypeVersion="3" ma:contentTypeDescription="Crie um novo documento." ma:contentTypeScope="" ma:versionID="deaff6b0d53f7540f32c03e938d129ef">
  <xsd:schema xmlns:xsd="http://www.w3.org/2001/XMLSchema" xmlns:xs="http://www.w3.org/2001/XMLSchema" xmlns:p="http://schemas.microsoft.com/office/2006/metadata/properties" xmlns:ns2="08c770d9-b31e-4150-8755-0eafc9fd6ed4" targetNamespace="http://schemas.microsoft.com/office/2006/metadata/properties" ma:root="true" ma:fieldsID="7b0e1c22dd208094875042358508f15c" ns2:_="">
    <xsd:import namespace="08c770d9-b31e-4150-8755-0eafc9fd6e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770d9-b31e-4150-8755-0eafc9fd6e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1775B6-8151-4758-B6C1-73AF71C8595B}"/>
</file>

<file path=customXml/itemProps2.xml><?xml version="1.0" encoding="utf-8"?>
<ds:datastoreItem xmlns:ds="http://schemas.openxmlformats.org/officeDocument/2006/customXml" ds:itemID="{155197CA-9851-4431-836B-732ACCC473F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7590868-FBAC-4720-9787-C889D496FC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Simple Light</vt:lpstr>
      <vt:lpstr>Tabelas HTML</vt:lpstr>
      <vt:lpstr>O que são tabelas?</vt:lpstr>
      <vt:lpstr>O que são tabelas?</vt:lpstr>
      <vt:lpstr>CODE!</vt:lpstr>
      <vt:lpstr>Título em uma Tabela!</vt:lpstr>
      <vt:lpstr>Como estruturar melhor minha tabela?</vt:lpstr>
      <vt:lpstr>Por exemplo</vt:lpstr>
      <vt:lpstr>Como estruturar melhor minha tabela?</vt:lpstr>
      <vt:lpstr>E se eu quiser que meu título exiba …:</vt:lpstr>
      <vt:lpstr>Collspan</vt:lpstr>
      <vt:lpstr>E se eu quiser que meu título exiba …:</vt:lpstr>
      <vt:lpstr>Rowspan</vt:lpstr>
      <vt:lpstr>&lt;caption&gt;</vt:lpstr>
      <vt:lpstr>Exercício</vt:lpstr>
      <vt:lpstr>Referência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2026-02-20T17:09:57Z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