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2.xml"/><Relationship Id="rId24" Type="http://schemas.openxmlformats.org/officeDocument/2006/relationships/slide" Target="slides/slide1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slide" Target="slides/slide18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92b42a0f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92b42a0f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592b42a0f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592b42a0f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a140f5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0a140f5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05b481b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05b481b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592b42a0f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592b42a0f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f612bffe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f612bffe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592b42a0f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592b42a0f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592b42a0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592b42a0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8302b30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8302b30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592b42a0f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592b42a0f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8302b308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8302b30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592b42a0f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592b42a0f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8302b308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8302b308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92b42a0f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92b42a0f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92b42a0f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92b42a0f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3b76ff86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3b76ff8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592b42a0f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592b42a0f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92b42a0f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592b42a0f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92b42a0f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92b42a0f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8302b308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c8302b308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92b42a0f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592b42a0f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674EA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ss-tricks.com/snippets/css/a-guide-to-flexbox/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flexboxfrogg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2025.2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O que é flexbox?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Flexbox Properties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Antes: Float e Positions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Antigamente: Float -&gt; </a:t>
            </a:r>
            <a:r>
              <a:rPr b="1" lang="pt-BR"/>
              <a:t>Alguns Problemas!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Flexbox: Extremamente simples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2017: W3C candidate (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https://css-tricks.com/snippets/css/a-guide-to-flexbox/</a:t>
            </a:r>
            <a:r>
              <a:rPr lang="pt-BR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“The main idea behind the flex layout is to give the container the ability to alter its items” (CSS-TRICKS, 2022)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7510" y="3054075"/>
            <a:ext cx="6675934" cy="17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724825" y="4773650"/>
            <a:ext cx="73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Fonte: W3SCHOOLS, 2022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ferramenta Flexbox (de </a:t>
            </a:r>
            <a:r>
              <a:rPr i="1" lang="pt-BR"/>
              <a:t>Flexible Box</a:t>
            </a:r>
            <a:r>
              <a:rPr lang="pt-BR"/>
              <a:t>) foi criada para tornar essas tarefas mais </a:t>
            </a:r>
            <a:r>
              <a:rPr b="1" lang="pt-BR"/>
              <a:t>simples</a:t>
            </a:r>
            <a:r>
              <a:rPr lang="pt-BR"/>
              <a:t> e </a:t>
            </a:r>
            <a:r>
              <a:rPr b="1" lang="pt-BR"/>
              <a:t>funcionais</a:t>
            </a:r>
            <a:r>
              <a:rPr lang="pt-BR"/>
              <a:t>: os filhos de um elemento com Flexbox podem se posicionar em qualquer direção e pode ter dimensões flexíveis para se adaptar.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500"/>
              <a:t>https://www.alura.com.br/artigos/css-guia-do-flexbox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00" y="1017725"/>
            <a:ext cx="756702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906175" y="4309475"/>
            <a:ext cx="45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https://chiefofdesign.com.br/css-flexbox/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724825" y="4697450"/>
            <a:ext cx="733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Fonte: </a:t>
            </a:r>
            <a:r>
              <a:rPr lang="pt-BR">
                <a:solidFill>
                  <a:schemeClr val="dk1"/>
                </a:solidFill>
              </a:rPr>
              <a:t>https://sharkcoder.com/files/article/flex1.png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1249750"/>
            <a:ext cx="733425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724825" y="4697450"/>
            <a:ext cx="733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Site: uol.com.br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375" y="884288"/>
            <a:ext cx="3707260" cy="337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 Properties (flex container)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675" y="1600075"/>
            <a:ext cx="6062650" cy="24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732500" y="41482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flex-wrap</a:t>
            </a:r>
            <a:endParaRPr/>
          </a:p>
        </p:txBody>
      </p:sp>
      <p:sp>
        <p:nvSpPr>
          <p:cNvPr id="109" name="Google Shape;109;p21"/>
          <p:cNvSpPr txBox="1"/>
          <p:nvPr/>
        </p:nvSpPr>
        <p:spPr>
          <a:xfrm>
            <a:off x="732500" y="46054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2466450"/>
            <a:ext cx="4219296" cy="21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278775" y="1101175"/>
            <a:ext cx="793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WRAP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NOWRAP (default)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WRAP-REVERSE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flex-wrap</a:t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278775" y="1101175"/>
            <a:ext cx="793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1041150" y="2091350"/>
            <a:ext cx="30000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.flex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.item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20%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10px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5088050" y="2091350"/>
            <a:ext cx="30000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"flex"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Item 1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Item 2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Item 2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pt-BR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flex-direction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732500" y="46054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278775" y="1101175"/>
            <a:ext cx="79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row (default) | row-reverse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cloumn | column-reverse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375" y="2699225"/>
            <a:ext cx="3820200" cy="17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flex-direction</a:t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278775" y="1101175"/>
            <a:ext cx="79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3072000" y="239915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.flex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flex-direction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flex-flow (Atalho)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732500" y="46054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278775" y="1101175"/>
            <a:ext cx="79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Flex-direction + flex-wrap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row nowrap; row wrap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125" y="2655400"/>
            <a:ext cx="3820200" cy="17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351625"/>
            <a:ext cx="4219296" cy="21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flex-flow (Atalho)</a:t>
            </a:r>
            <a:endParaRPr/>
          </a:p>
        </p:txBody>
      </p:sp>
      <p:sp>
        <p:nvSpPr>
          <p:cNvPr id="149" name="Google Shape;149;p26"/>
          <p:cNvSpPr txBox="1"/>
          <p:nvPr/>
        </p:nvSpPr>
        <p:spPr>
          <a:xfrm>
            <a:off x="278775" y="1101175"/>
            <a:ext cx="79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Flex-direction + flex-wrap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row nowrap; row wrap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3072000" y="22452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.flex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/* flex-wrap: wrap;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flex-direction: column; */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flex-flow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wrap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justify-content (</a:t>
            </a:r>
            <a:r>
              <a:rPr b="1" lang="pt-BR"/>
              <a:t>main axis</a:t>
            </a:r>
            <a:r>
              <a:rPr lang="pt-BR"/>
              <a:t>)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732500" y="46054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500" y="1323988"/>
            <a:ext cx="1785125" cy="29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175" y="1456100"/>
            <a:ext cx="5204526" cy="26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Flex-Container -&gt; align-items - (</a:t>
            </a:r>
            <a:r>
              <a:rPr b="1" lang="pt-BR"/>
              <a:t>cross axis</a:t>
            </a:r>
            <a:r>
              <a:rPr lang="pt-BR"/>
              <a:t>)</a:t>
            </a:r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732500" y="46054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950" y="1403725"/>
            <a:ext cx="2203300" cy="292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175" y="1456100"/>
            <a:ext cx="5204526" cy="26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Gap</a:t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103" y="954125"/>
            <a:ext cx="2807800" cy="344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/>
        </p:nvSpPr>
        <p:spPr>
          <a:xfrm>
            <a:off x="725200" y="44023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 Properties (flex-items)</a:t>
            </a:r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732500" y="41482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488" y="1881025"/>
            <a:ext cx="3889925" cy="15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 Properties (order)</a:t>
            </a:r>
            <a:endParaRPr/>
          </a:p>
        </p:txBody>
      </p:sp>
      <p:sp>
        <p:nvSpPr>
          <p:cNvPr id="186" name="Google Shape;186;p31"/>
          <p:cNvSpPr txBox="1"/>
          <p:nvPr/>
        </p:nvSpPr>
        <p:spPr>
          <a:xfrm>
            <a:off x="732500" y="41482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475" y="1233013"/>
            <a:ext cx="2969950" cy="26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 Properties (align-self)</a:t>
            </a:r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732500" y="4148250"/>
            <a:ext cx="71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https://css-tricks.com/snippets/css/a-guide-to-flexbox/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225" y="1841775"/>
            <a:ext cx="3851600" cy="1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 txBox="1"/>
          <p:nvPr/>
        </p:nvSpPr>
        <p:spPr>
          <a:xfrm>
            <a:off x="461725" y="1113575"/>
            <a:ext cx="595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Exemplo column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-95700" y="36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Flexbox Properties (align-self)</a:t>
            </a:r>
            <a:endParaRPr/>
          </a:p>
        </p:txBody>
      </p:sp>
      <p:sp>
        <p:nvSpPr>
          <p:cNvPr id="201" name="Google Shape;201;p33"/>
          <p:cNvSpPr txBox="1"/>
          <p:nvPr/>
        </p:nvSpPr>
        <p:spPr>
          <a:xfrm>
            <a:off x="461725" y="1113575"/>
            <a:ext cx="595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Exemplo column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2498725" y="814825"/>
            <a:ext cx="61926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C5E478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pt-BR" sz="1500">
                <a:solidFill>
                  <a:srgbClr val="C5E478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filho-2</a:t>
            </a: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D6DEEB"/>
              </a:solidFill>
              <a:highlight>
                <a:srgbClr val="0116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500">
                <a:solidFill>
                  <a:srgbClr val="80CBC4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F78C6C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D6DEEB"/>
              </a:solidFill>
              <a:highlight>
                <a:srgbClr val="0116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500">
                <a:solidFill>
                  <a:srgbClr val="80CBC4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align-self</a:t>
            </a: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500">
                <a:solidFill>
                  <a:srgbClr val="FF6363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flex-end</a:t>
            </a: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D6DEEB"/>
              </a:solidFill>
              <a:highlight>
                <a:srgbClr val="0116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EEB"/>
                </a:solidFill>
                <a:highlight>
                  <a:srgbClr val="011627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D6DEEB"/>
              </a:solidFill>
              <a:highlight>
                <a:srgbClr val="01162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Exercício#3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https://flexboxfroggy.com/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Zerar! Enviar foto do resultado final no teams :)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Termine o jogo e envie uma print no teams!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4A943A8DC3354A8151C28915423A53" ma:contentTypeVersion="0" ma:contentTypeDescription="Create a new document." ma:contentTypeScope="" ma:versionID="7b528da18907ea92f3253388612a6f9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b6f26e0866668d9836acec43b37ef0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966037-A500-469C-988F-1507CBD1E8C8}"/>
</file>

<file path=customXml/itemProps2.xml><?xml version="1.0" encoding="utf-8"?>
<ds:datastoreItem xmlns:ds="http://schemas.openxmlformats.org/officeDocument/2006/customXml" ds:itemID="{2FC4F458-EE67-4B6C-9A5E-75FCACD623CE}"/>
</file>

<file path=customXml/itemProps3.xml><?xml version="1.0" encoding="utf-8"?>
<ds:datastoreItem xmlns:ds="http://schemas.openxmlformats.org/officeDocument/2006/customXml" ds:itemID="{18D7F9B9-4082-4143-9D77-E57F9FD997A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