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6858000" cy="9144000"/>
  <p:embeddedFontLst>
    <p:embeddedFont>
      <p:font typeface="Average" panose="020B0604020202020204" charset="0"/>
      <p:regular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73F1AB-DCA9-4A25-B924-DEFCB873F9D8}">
  <a:tblStyle styleId="{D973F1AB-DCA9-4A25-B924-DEFCB873F9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3ebca3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3ebca3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d62d86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d62d86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2c485202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2c485202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c485202f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c485202f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c485202f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2c485202f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d62d863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d62d863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d62d863f0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d62d863f0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2c485202f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2c485202f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c485202f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c485202f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fdf9da522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fdf9da522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df9da5222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fdf9da5222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df9da5222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df9da5222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df9da5222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fdf9da5222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df9da5222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df9da5222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fdf9da5222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fdf9da5222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6f980f9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c6f980f9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Display CSS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2025.2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Sumário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Display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None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Block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Inline-block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b="1"/>
              <a:t>Flex (Outro Slide)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b="1"/>
              <a:t>Grid (Outro Slide)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Para saber mais: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https://www.w3schools.com/cssref/pr_class_display.php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Display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“A propriedade display </a:t>
            </a:r>
            <a:r>
              <a:rPr lang="pt-BR" b="1"/>
              <a:t>especifica</a:t>
            </a:r>
            <a:r>
              <a:rPr lang="pt-BR"/>
              <a:t> o </a:t>
            </a:r>
            <a:r>
              <a:rPr lang="pt-BR" b="1"/>
              <a:t>comportamento de exibição</a:t>
            </a:r>
            <a:r>
              <a:rPr lang="pt-BR"/>
              <a:t> (o tipo de caixa de </a:t>
            </a:r>
            <a:r>
              <a:rPr lang="pt-BR" b="1"/>
              <a:t>renderização</a:t>
            </a:r>
            <a:r>
              <a:rPr lang="pt-BR"/>
              <a:t>) de um </a:t>
            </a:r>
            <a:r>
              <a:rPr lang="pt-BR" b="1"/>
              <a:t>elemento</a:t>
            </a:r>
            <a:r>
              <a:rPr lang="pt-BR"/>
              <a:t>.”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347250" y="4123475"/>
            <a:ext cx="5403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https://www.w3schools.com/cssref/pr_class_display.php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Display</a:t>
            </a:r>
            <a:endParaRPr sz="2400"/>
          </a:p>
        </p:txBody>
      </p:sp>
      <p:sp>
        <p:nvSpPr>
          <p:cNvPr id="79" name="Google Shape;79;p16"/>
          <p:cNvSpPr txBox="1"/>
          <p:nvPr/>
        </p:nvSpPr>
        <p:spPr>
          <a:xfrm>
            <a:off x="766650" y="4627750"/>
            <a:ext cx="7401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https://cohesiondocs.acquia.com/sites/default/files/images/apply-styles/display-diagram-type-as-shape.svg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888" y="1548925"/>
            <a:ext cx="4646222" cy="28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Display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Todos os elementos devem ter um valor default, por exemplo: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b="1"/>
              <a:t>Block</a:t>
            </a:r>
            <a:r>
              <a:rPr lang="pt-BR"/>
              <a:t>: &lt;div&gt;, &lt;p&gt;, &lt;h1&gt; a &lt;h6&gt;, &lt;ul&gt;, &lt;ol&gt;, &lt;section&gt;, &lt;header&gt;, &lt;footer&gt;, entre outros.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b="1"/>
              <a:t>Inline: </a:t>
            </a:r>
            <a:r>
              <a:rPr lang="pt-BR"/>
              <a:t>&lt;span&gt;, &lt;a&gt;, &lt;strong&gt;, &lt;em&gt;, &lt;img&gt;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b="1"/>
              <a:t>Inline-block: </a:t>
            </a:r>
            <a:r>
              <a:rPr lang="pt-BR"/>
              <a:t>&lt;input&gt;, &lt;button&gt;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Display [</a:t>
            </a:r>
            <a:r>
              <a:rPr lang="pt-BR" b="1"/>
              <a:t>BLOCK</a:t>
            </a:r>
            <a:r>
              <a:rPr lang="pt-BR"/>
              <a:t>]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Características: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Full width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Exemplos de elementos com block: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&lt;div&gt;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&lt;h1&gt; até &lt;h6&gt;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&lt;p&gt;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&lt;form&gt;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&lt;header&gt;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&lt;footer&gt;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&lt;section&gt;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000" y="670113"/>
            <a:ext cx="344805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 r="58597" b="58597"/>
          <a:stretch/>
        </p:blipFill>
        <p:spPr>
          <a:xfrm>
            <a:off x="4885012" y="2939068"/>
            <a:ext cx="4059701" cy="6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Display [</a:t>
            </a:r>
            <a:r>
              <a:rPr lang="pt-BR" b="1"/>
              <a:t>INLINE</a:t>
            </a:r>
            <a:r>
              <a:rPr lang="pt-BR"/>
              <a:t>]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Não começa em 1 linha nova, ou seja, não tem tamanho 100%. Em geral, tem o tamanho que couber dentro do elemento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um elemento inline, propriedades como width, height, margin-top, margin-bottom, e padding-top, padding-bottom não têm efeito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Exemplos: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&lt;a&gt;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550" y="2500863"/>
            <a:ext cx="342900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5138" y="2885400"/>
            <a:ext cx="231457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Display [</a:t>
            </a:r>
            <a:r>
              <a:rPr lang="pt-BR" b="1"/>
              <a:t>Inline-block</a:t>
            </a:r>
            <a:r>
              <a:rPr lang="pt-BR"/>
              <a:t>]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Não começa em 1 linha nova, ou seja, não tem tamanho 100%. Em geral, tem o tamanho que couber dentro do elemento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Width e Height são aplicaveis</a:t>
            </a:r>
            <a:endParaRPr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2672" y="1569522"/>
            <a:ext cx="2970618" cy="23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250" y="4132050"/>
            <a:ext cx="3939476" cy="76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Inline Vs Inline-block</a:t>
            </a:r>
            <a:endParaRPr/>
          </a:p>
        </p:txBody>
      </p:sp>
      <p:graphicFrame>
        <p:nvGraphicFramePr>
          <p:cNvPr id="116" name="Google Shape;116;p21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{D973F1AB-DCA9-4A25-B924-DEFCB873F9D8}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Inline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Inline-block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Texto ocupa apenas o espaço necessário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Também fluem com o texto, mas podem ser redimensionados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Não aceita largura X altura. Base no conteúdo interno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Podem ter largura e altura definidas. Ainda assim irão fluir com o texto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Geralmente utilizados para marcações de texto como &lt;span&gt; e &lt;a&gt;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Elementos fluam com o texto, mas tenha também dimensões.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…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…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…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</a:rPr>
                        <a:t>…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Display [</a:t>
            </a:r>
            <a:r>
              <a:rPr lang="pt-BR" b="1"/>
              <a:t>None</a:t>
            </a:r>
            <a:r>
              <a:rPr lang="pt-BR"/>
              <a:t>]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fazer um elemento “sumir” da tela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Muito utilizado em javascript para fazer elementos aparecerem (Display Block) e esconder (Display None)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CODE!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nosso primeiro menu!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Importante!</a:t>
            </a:r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Iremos refatorar o código posteriormente para utilizar flexbox …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No html crie a estrutura: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&lt;nav class=”navbar”&gt;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&lt;ul&gt;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&lt;li&gt;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&lt;a href="#"&gt;MENU&lt;/a&gt;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&lt;/li&gt;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&lt;li&gt;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&lt;a href="#"&gt;MENU&lt;/a&gt;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&lt;/li&gt;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&lt;/ul&gt;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&lt;/nav&gt;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313" y="2405975"/>
            <a:ext cx="157162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2. Remover o estilo do ponto</a:t>
            </a:r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.navbar ul {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list-style: none;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413" y="1942400"/>
            <a:ext cx="157162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3. Alterando display para exibir “em linha”</a:t>
            </a:r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.navbar ul li {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display: inline-block;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450" y="2043113"/>
            <a:ext cx="3276600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4. Adicionando uma cor de fundo no menu</a:t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84300"/>
            <a:ext cx="384810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700" y="2289150"/>
            <a:ext cx="47244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/>
          <p:nvPr/>
        </p:nvSpPr>
        <p:spPr>
          <a:xfrm>
            <a:off x="5092350" y="1519675"/>
            <a:ext cx="292200" cy="738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5501500" y="1475825"/>
            <a:ext cx="1483200" cy="6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 esse espaço?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5. Zerando margens</a:t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725" y="2412175"/>
            <a:ext cx="289560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3125" y="2090675"/>
            <a:ext cx="4829175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6. Vamos colocar um padding nos itens de menu …</a:t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75" y="2251425"/>
            <a:ext cx="293370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1000" y="2251413"/>
            <a:ext cx="441007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Próxima Aula</a:t>
            </a:r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Flexbox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4A943A8DC3354A8151C28915423A53" ma:contentTypeVersion="3" ma:contentTypeDescription="Crie um novo documento." ma:contentTypeScope="" ma:versionID="deaff6b0d53f7540f32c03e938d129ef">
  <xsd:schema xmlns:xsd="http://www.w3.org/2001/XMLSchema" xmlns:xs="http://www.w3.org/2001/XMLSchema" xmlns:p="http://schemas.microsoft.com/office/2006/metadata/properties" xmlns:ns2="08c770d9-b31e-4150-8755-0eafc9fd6ed4" targetNamespace="http://schemas.microsoft.com/office/2006/metadata/properties" ma:root="true" ma:fieldsID="7b0e1c22dd208094875042358508f15c" ns2:_="">
    <xsd:import namespace="08c770d9-b31e-4150-8755-0eafc9fd6e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770d9-b31e-4150-8755-0eafc9fd6e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BB6ECC-C245-41CE-8118-2B041BDB742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42E38DE-C4AA-4FBB-B595-B6DF192BCC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571E7D-8E4F-4066-A71A-512AFFEA6CD8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18</Slides>
  <Notes>18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Slate</vt:lpstr>
      <vt:lpstr>Display CSS</vt:lpstr>
      <vt:lpstr>Sumário</vt:lpstr>
      <vt:lpstr>Display</vt:lpstr>
      <vt:lpstr>Display</vt:lpstr>
      <vt:lpstr>Display</vt:lpstr>
      <vt:lpstr>Display [BLOCK]</vt:lpstr>
      <vt:lpstr>Display [INLINE]</vt:lpstr>
      <vt:lpstr>Display [Inline-block]</vt:lpstr>
      <vt:lpstr>Inline Vs Inline-block</vt:lpstr>
      <vt:lpstr>Display [None]</vt:lpstr>
      <vt:lpstr>CODE! Criando nosso primeiro menu!</vt:lpstr>
      <vt:lpstr>Importante!</vt:lpstr>
      <vt:lpstr>2. Remover o estilo do ponto</vt:lpstr>
      <vt:lpstr>3. Alterando display para exibir “em linha”</vt:lpstr>
      <vt:lpstr>4. Adicionando uma cor de fundo no menu</vt:lpstr>
      <vt:lpstr>5. Zerando margens</vt:lpstr>
      <vt:lpstr>6. Vamos colocar um padding nos itens de menu …</vt:lpstr>
      <vt:lpstr>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2026-02-26T18:53:22Z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0x010100634A943A8DC3354A8151C28915423A53</vt:lpwstr>
  </property>
</Properties>
</file>