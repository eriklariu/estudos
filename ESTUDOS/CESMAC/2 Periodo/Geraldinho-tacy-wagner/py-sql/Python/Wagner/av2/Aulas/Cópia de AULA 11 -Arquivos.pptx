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ICIUS ARAUJO COELHO" userId="413a3b3d-2d1d-4011-9ba9-8f9c262a40f5" providerId="ADAL" clId="{0ECF5A69-24C7-4A3D-879F-54D703B8A09D}"/>
    <pc:docChg chg="undo custSel modSld">
      <pc:chgData name="VINICIUS ARAUJO COELHO" userId="413a3b3d-2d1d-4011-9ba9-8f9c262a40f5" providerId="ADAL" clId="{0ECF5A69-24C7-4A3D-879F-54D703B8A09D}" dt="2025-11-02T20:06:45.396" v="8" actId="27636"/>
      <pc:docMkLst>
        <pc:docMk/>
      </pc:docMkLst>
      <pc:sldChg chg="modSp mod">
        <pc:chgData name="VINICIUS ARAUJO COELHO" userId="413a3b3d-2d1d-4011-9ba9-8f9c262a40f5" providerId="ADAL" clId="{0ECF5A69-24C7-4A3D-879F-54D703B8A09D}" dt="2025-11-02T20:06:45.396" v="8" actId="27636"/>
        <pc:sldMkLst>
          <pc:docMk/>
          <pc:sldMk cId="0" sldId="260"/>
        </pc:sldMkLst>
        <pc:spChg chg="mod">
          <ac:chgData name="VINICIUS ARAUJO COELHO" userId="413a3b3d-2d1d-4011-9ba9-8f9c262a40f5" providerId="ADAL" clId="{0ECF5A69-24C7-4A3D-879F-54D703B8A09D}" dt="2025-11-02T20:06:45.396" v="8" actId="27636"/>
          <ac:spMkLst>
            <pc:docMk/>
            <pc:sldMk cId="0" sldId="260"/>
            <ac:spMk id="78" creationId="{00000000-0000-0000-0000-000000000000}"/>
          </ac:spMkLst>
        </pc:spChg>
      </pc:sldChg>
      <pc:sldChg chg="modSp mod">
        <pc:chgData name="VINICIUS ARAUJO COELHO" userId="413a3b3d-2d1d-4011-9ba9-8f9c262a40f5" providerId="ADAL" clId="{0ECF5A69-24C7-4A3D-879F-54D703B8A09D}" dt="2025-11-02T20:06:45.396" v="8" actId="27636"/>
        <pc:sldMkLst>
          <pc:docMk/>
          <pc:sldMk cId="0" sldId="263"/>
        </pc:sldMkLst>
        <pc:spChg chg="mod">
          <ac:chgData name="VINICIUS ARAUJO COELHO" userId="413a3b3d-2d1d-4011-9ba9-8f9c262a40f5" providerId="ADAL" clId="{0ECF5A69-24C7-4A3D-879F-54D703B8A09D}" dt="2025-11-02T20:06:45.396" v="8" actId="27636"/>
          <ac:spMkLst>
            <pc:docMk/>
            <pc:sldMk cId="0" sldId="263"/>
            <ac:spMk id="96" creationId="{00000000-0000-0000-0000-000000000000}"/>
          </ac:spMkLst>
        </pc:spChg>
      </pc:sldChg>
      <pc:sldChg chg="modSp mod">
        <pc:chgData name="VINICIUS ARAUJO COELHO" userId="413a3b3d-2d1d-4011-9ba9-8f9c262a40f5" providerId="ADAL" clId="{0ECF5A69-24C7-4A3D-879F-54D703B8A09D}" dt="2025-11-02T20:06:43.747" v="4" actId="1076"/>
        <pc:sldMkLst>
          <pc:docMk/>
          <pc:sldMk cId="0" sldId="273"/>
        </pc:sldMkLst>
        <pc:spChg chg="mod">
          <ac:chgData name="VINICIUS ARAUJO COELHO" userId="413a3b3d-2d1d-4011-9ba9-8f9c262a40f5" providerId="ADAL" clId="{0ECF5A69-24C7-4A3D-879F-54D703B8A09D}" dt="2025-11-02T20:06:43.747" v="4" actId="1076"/>
          <ac:spMkLst>
            <pc:docMk/>
            <pc:sldMk cId="0" sldId="273"/>
            <ac:spMk id="15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1732315ae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1732315ae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84b7facaa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84b7facaa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84eb15e2fa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84eb15e2fa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84eb15e2f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84eb15e2f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84eb15e2fa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84eb15e2fa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84eb15e2f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84eb15e2f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84eb15e2fa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84eb15e2fa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84eb15e2f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84eb15e2fa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84eb15e2f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84eb15e2fa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84eb15e2fa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84eb15e2fa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84eb15e2fa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84eb15e2fa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84eb15e2fa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84eb15e2fa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84eb15e2f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84eb15e2f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84eb15e2fa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84eb15e2fa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84eb15e2fa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84eb15e2fa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84eb15e2fa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84eb15e2fa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84eb15e2fa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84eb15e2fa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84eb15e2fa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84eb15e2fa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600"/>
              <a:t>Trabalhando com arquivos</a:t>
            </a:r>
            <a:endParaRPr sz="4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Sumário</a:t>
            </a:r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Char char="●"/>
            </a:pPr>
            <a:r>
              <a:rPr lang="pt-BR" sz="1200">
                <a:solidFill>
                  <a:srgbClr val="231F20"/>
                </a:solidFill>
              </a:rPr>
              <a:t>Manipulação de arquivos .txt</a:t>
            </a:r>
            <a:endParaRPr sz="1200">
              <a:solidFill>
                <a:srgbClr val="231F20"/>
              </a:solidFill>
            </a:endParaRPr>
          </a:p>
          <a:p>
            <a:pPr marL="45720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Char char="●"/>
            </a:pPr>
            <a:r>
              <a:rPr lang="pt-BR" sz="1200">
                <a:solidFill>
                  <a:srgbClr val="231F20"/>
                </a:solidFill>
              </a:rPr>
              <a:t>Manipulação de arquivo .csv</a:t>
            </a:r>
            <a:endParaRPr sz="1200">
              <a:solidFill>
                <a:srgbClr val="231F20"/>
              </a:solidFill>
            </a:endParaRPr>
          </a:p>
          <a:p>
            <a:pPr marL="457200" lvl="0" indent="-3048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1F20"/>
              </a:buClr>
              <a:buSzPts val="1200"/>
              <a:buChar char="●"/>
            </a:pPr>
            <a:r>
              <a:rPr lang="pt-BR" sz="1200" b="1">
                <a:solidFill>
                  <a:srgbClr val="231F20"/>
                </a:solidFill>
              </a:rPr>
              <a:t>Atividade</a:t>
            </a:r>
            <a:endParaRPr sz="1200" b="1">
              <a:solidFill>
                <a:srgbClr val="231F2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</a:t>
            </a:r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Gerar Relatórios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Leitura de dados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Geração de Logs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Geração de relatórios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500"/>
              <a:t>…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READ</a:t>
            </a: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‘R’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Lendo um arquivo </a:t>
            </a:r>
            <a:r>
              <a:rPr lang="pt-BR" dirty="0" err="1"/>
              <a:t>txt</a:t>
            </a:r>
            <a:endParaRPr dirty="0"/>
          </a:p>
        </p:txBody>
      </p:sp>
      <p:sp>
        <p:nvSpPr>
          <p:cNvPr id="78" name="Google Shape;78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1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 b="1" dirty="0" err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pt-BR" sz="1350" b="1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open('usuarios.txt', 'r') as file: -&gt; ‘r’ informando que vamos ler o arquivo (</a:t>
            </a:r>
            <a:r>
              <a:rPr lang="pt-BR" sz="1350" b="1" dirty="0" err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lang="pt-BR" sz="1350" b="1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 b="1" dirty="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 b="1" dirty="0" err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r>
              <a:rPr lang="pt-BR" sz="1350" b="1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pt-BR" sz="1350" b="1" dirty="0" err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file.read</a:t>
            </a:r>
            <a:r>
              <a:rPr lang="pt-BR" sz="1350" b="1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350" b="1" dirty="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b="1" dirty="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350" b="1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print(</a:t>
            </a:r>
            <a:r>
              <a:rPr lang="pt-BR" sz="1350" b="1" dirty="0" err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r>
              <a:rPr lang="pt-BR" sz="1350" b="1" dirty="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 b="1" dirty="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dirty="0"/>
              <a:t>O que irá mostrar na tela se realizar </a:t>
            </a:r>
            <a:r>
              <a:rPr lang="pt-BR" dirty="0" err="1"/>
              <a:t>users</a:t>
            </a:r>
            <a:r>
              <a:rPr lang="pt-BR" dirty="0"/>
              <a:t>[0]?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Lendo um arquivo txt</a:t>
            </a: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'usuarios.txt'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'r'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pt-BR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read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users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O que irá mostrar na tela se realizar users[0]?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&gt;&gt; u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Lendo um arquivo txt</a:t>
            </a:r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Posso ler as linhas e enviar para uma lista</a:t>
            </a:r>
            <a:endParaRPr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dirty="0" err="1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dirty="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 dirty="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'usuarios.txt'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050" dirty="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'r'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pt-BR" sz="1050" dirty="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dirty="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 dirty="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dirty="0" err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usuarios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dirty="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dirty="0" err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pt-BR" sz="1050" dirty="0" err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050" dirty="0" err="1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readlines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 dirty="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dirty="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 dirty="0" err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usuarios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dirty="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C586C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dirty="0"/>
              <a:t>O que irá mostrar na tela se realizar </a:t>
            </a:r>
            <a:r>
              <a:rPr lang="pt-BR" dirty="0" err="1"/>
              <a:t>users</a:t>
            </a:r>
            <a:r>
              <a:rPr lang="pt-BR" dirty="0"/>
              <a:t>[0]?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Lendo um arquivo txt</a:t>
            </a:r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Posso ler as linhas e enviar para uma lista</a:t>
            </a:r>
            <a:endParaRPr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'usuarios.txt'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'r'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pt-BR" sz="105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usuarios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readlines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usuarios</a:t>
            </a:r>
            <a:r>
              <a:rPr lang="pt-BR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C586C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irá mostrar na tela se realizar users[0]?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&gt;&gt; usuario1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Contudo … se mostrar users: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['usuario1\n', 'usuario2\n', 'usuario3']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Lendo um arquivo txt</a:t>
            </a:r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Vamos limpar esses dados utilizando strip()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dirty="0"/>
              <a:t>Strip(): </a:t>
            </a:r>
            <a:r>
              <a:rPr lang="pt-BR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Return</a:t>
            </a:r>
            <a:r>
              <a:rPr lang="pt-BR" sz="1200" dirty="0">
                <a:solidFill>
                  <a:schemeClr val="dk1"/>
                </a:solidFill>
                <a:highlight>
                  <a:srgbClr val="FFFFFF"/>
                </a:highlight>
              </a:rPr>
              <a:t> a copy </a:t>
            </a:r>
            <a:r>
              <a:rPr lang="pt-BR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of</a:t>
            </a:r>
            <a:r>
              <a:rPr lang="pt-BR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pt-BR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the</a:t>
            </a:r>
            <a:r>
              <a:rPr lang="pt-BR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pt-BR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string</a:t>
            </a:r>
            <a:r>
              <a:rPr lang="pt-BR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pt-BR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with</a:t>
            </a:r>
            <a:r>
              <a:rPr lang="pt-BR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pt-BR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the</a:t>
            </a:r>
            <a:r>
              <a:rPr lang="pt-BR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pt-BR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leading</a:t>
            </a:r>
            <a:r>
              <a:rPr lang="pt-BR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pt-BR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and</a:t>
            </a:r>
            <a:r>
              <a:rPr lang="pt-BR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pt-BR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trailing</a:t>
            </a:r>
            <a:r>
              <a:rPr lang="pt-BR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pt-BR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characters</a:t>
            </a:r>
            <a:r>
              <a:rPr lang="pt-BR" sz="1200" dirty="0">
                <a:solidFill>
                  <a:schemeClr val="dk1"/>
                </a:solidFill>
                <a:highlight>
                  <a:srgbClr val="FFFFFF"/>
                </a:highlight>
              </a:rPr>
              <a:t> </a:t>
            </a:r>
            <a:r>
              <a:rPr lang="pt-BR" sz="1200" dirty="0" err="1">
                <a:solidFill>
                  <a:schemeClr val="dk1"/>
                </a:solidFill>
                <a:highlight>
                  <a:srgbClr val="FFFFFF"/>
                </a:highlight>
              </a:rPr>
              <a:t>removed</a:t>
            </a:r>
            <a:r>
              <a:rPr lang="pt-BR" sz="1200" dirty="0">
                <a:solidFill>
                  <a:schemeClr val="dk1"/>
                </a:solidFill>
                <a:highlight>
                  <a:srgbClr val="FFFFFF"/>
                </a:highlight>
              </a:rPr>
              <a:t>. (Python, 2023)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dirty="0"/>
              <a:t>Podemos criar uma nova lista utilizando </a:t>
            </a:r>
            <a:r>
              <a:rPr lang="pt-BR" dirty="0" err="1"/>
              <a:t>list</a:t>
            </a:r>
            <a:r>
              <a:rPr lang="pt-BR" dirty="0"/>
              <a:t> </a:t>
            </a:r>
            <a:r>
              <a:rPr lang="pt-BR" dirty="0" err="1"/>
              <a:t>comps</a:t>
            </a:r>
            <a:r>
              <a:rPr lang="pt-BR" dirty="0"/>
              <a:t>:</a:t>
            </a:r>
            <a:endParaRPr dirty="0"/>
          </a:p>
          <a:p>
            <a:pPr marL="0" lvl="0" indent="0" algn="l" rtl="0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dirty="0" err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usuarios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dirty="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pt-BR" sz="1050" dirty="0" err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usuario</a:t>
            </a:r>
            <a:r>
              <a:rPr lang="pt-BR" sz="1050" dirty="0" err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050" dirty="0" err="1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strip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pt-BR" sz="1050" dirty="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dirty="0" err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usuario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dirty="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050" dirty="0" err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usuarios</a:t>
            </a:r>
            <a:r>
              <a:rPr lang="pt-BR" sz="10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 dirty="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 dirty="0"/>
              <a:t>['usuario1\n', 'usuario2\n', 'usuario3']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Vamos aumentar a complexidade:</a:t>
            </a:r>
            <a:endParaRPr dirty="0"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account_users.txt -&gt; Arquivo contento: </a:t>
            </a:r>
            <a:r>
              <a:rPr lang="pt-BR" dirty="0" err="1"/>
              <a:t>usuario,senha</a:t>
            </a:r>
            <a:endParaRPr dirty="0"/>
          </a:p>
          <a:p>
            <a:pPr marL="0" lvl="0" indent="0" algn="l" rtl="0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9160"/>
              <a:buFont typeface="Arial"/>
              <a:buNone/>
            </a:pP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usuarios</a:t>
            </a: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{}</a:t>
            </a:r>
            <a:endParaRPr sz="1859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9160"/>
              <a:buFont typeface="Arial"/>
              <a:buNone/>
            </a:pPr>
            <a:endParaRPr sz="1859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9160"/>
              <a:buFont typeface="Arial"/>
              <a:buNone/>
            </a:pP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open("usuarios.txt", 'r') as file:</a:t>
            </a:r>
            <a:endParaRPr sz="1859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9160"/>
              <a:buFont typeface="Arial"/>
              <a:buNone/>
            </a:pP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lines</a:t>
            </a: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file.readlines</a:t>
            </a: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1859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9160"/>
              <a:buFont typeface="Arial"/>
              <a:buNone/>
            </a:pP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lines</a:t>
            </a: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[</a:t>
            </a: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user.strip</a:t>
            </a: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 for </a:t>
            </a: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in </a:t>
            </a: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lines</a:t>
            </a: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859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9160"/>
              <a:buFont typeface="Arial"/>
              <a:buNone/>
            </a:pPr>
            <a:endParaRPr sz="1859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9160"/>
              <a:buFont typeface="Arial"/>
              <a:buNone/>
            </a:pP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</a:t>
            </a: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line</a:t>
            </a: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in </a:t>
            </a: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lines</a:t>
            </a: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859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9160"/>
              <a:buFont typeface="Arial"/>
              <a:buNone/>
            </a:pP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password</a:t>
            </a: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line.split</a:t>
            </a: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(',')</a:t>
            </a:r>
            <a:endParaRPr sz="1859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9160"/>
              <a:buFont typeface="Arial"/>
              <a:buNone/>
            </a:pP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usuarios</a:t>
            </a: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 = </a:t>
            </a: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password</a:t>
            </a:r>
            <a:endParaRPr sz="1859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9160"/>
              <a:buFont typeface="Arial"/>
              <a:buNone/>
            </a:pPr>
            <a:endParaRPr sz="1859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9160"/>
              <a:buFont typeface="Arial"/>
              <a:buNone/>
            </a:pP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print(</a:t>
            </a: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usuarios</a:t>
            </a: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['</a:t>
            </a:r>
            <a:r>
              <a:rPr lang="pt-BR" sz="1859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joao</a:t>
            </a:r>
            <a:r>
              <a:rPr lang="pt-BR" sz="1859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'])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Vamos transformar em função</a:t>
            </a:r>
            <a:endParaRPr dirty="0"/>
          </a:p>
        </p:txBody>
      </p:sp>
      <p:sp>
        <p:nvSpPr>
          <p:cNvPr id="114" name="Google Shape;11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account_users.txt -&gt; Arquivo contento: usuario,senha</a:t>
            </a:r>
            <a:endParaRPr/>
          </a:p>
          <a:p>
            <a:pPr marL="0" lvl="0" indent="0" algn="l" rtl="0">
              <a:lnSpc>
                <a:spcPct val="13571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481" b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def extract_users(file_name):</a:t>
            </a:r>
            <a:endParaRPr sz="1481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81" b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usuarios = []</a:t>
            </a:r>
            <a:endParaRPr sz="1481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81" b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with open(file_name, 'r') as file:</a:t>
            </a:r>
            <a:endParaRPr sz="1481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81" b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lines = file.readlines()</a:t>
            </a:r>
            <a:endParaRPr sz="1481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81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81" b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for line in lines:</a:t>
            </a:r>
            <a:endParaRPr sz="1481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81" b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usuario, senha = line.strip().split(',')</a:t>
            </a:r>
            <a:endParaRPr sz="1481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81" b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usuarios.append({</a:t>
            </a:r>
            <a:endParaRPr sz="1481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81" b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'user': usuario,</a:t>
            </a:r>
            <a:endParaRPr sz="1481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81" b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'password': senha</a:t>
            </a:r>
            <a:endParaRPr sz="1481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81" b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481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81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81" b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return usuarios</a:t>
            </a:r>
            <a:endParaRPr sz="1481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81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81" b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users = extract_users('account_users.txt')</a:t>
            </a:r>
            <a:endParaRPr sz="1481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81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81" b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print(users[0])</a:t>
            </a:r>
            <a:endParaRPr sz="223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WRITE</a:t>
            </a:r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‘w’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Lendo um arquivo txt</a:t>
            </a:r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‘w’ -&gt; Utilizar para escrever (write)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Vamos tentar inserir um novo usuário no account_users.txt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CODE!</a:t>
            </a:r>
            <a:endParaRPr/>
          </a:p>
        </p:txBody>
      </p:sp>
      <p:sp>
        <p:nvSpPr>
          <p:cNvPr id="132" name="Google Shape;13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50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with open('account_users.txt', 'w') as file:</a:t>
            </a:r>
            <a:endParaRPr sz="1050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50" b="1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file.write("novousuario,novasenha")</a:t>
            </a:r>
            <a:endParaRPr sz="1050" b="1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Resultado foi o esperado?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Cuidado.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CODE!</a:t>
            </a:r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pt-BR" sz="105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open('account_users.txt', 'a') as file: -&gt; ‘a’ -&gt; Adicionar novo </a:t>
            </a:r>
            <a:r>
              <a:rPr lang="pt-BR" sz="105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conteudo</a:t>
            </a:r>
            <a:r>
              <a:rPr lang="pt-BR" sz="105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pt-BR" sz="105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append</a:t>
            </a:r>
            <a:r>
              <a:rPr lang="pt-BR" sz="105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file.write</a:t>
            </a:r>
            <a:r>
              <a:rPr lang="pt-BR" sz="105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("\</a:t>
            </a:r>
            <a:r>
              <a:rPr lang="pt-BR" sz="1050" b="1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nnovousuario,novasenha</a:t>
            </a:r>
            <a:r>
              <a:rPr lang="pt-BR" sz="105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")</a:t>
            </a:r>
            <a:endParaRPr sz="105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b="1" dirty="0"/>
              <a:t>Lembre-se de quebrar linha ‘\n’</a:t>
            </a:r>
            <a:endParaRPr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Onde ler mais?</a:t>
            </a:r>
            <a:endParaRPr/>
          </a:p>
        </p:txBody>
      </p:sp>
      <p:sp>
        <p:nvSpPr>
          <p:cNvPr id="144" name="Google Shape;144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 https://docs.python.org/3/tutorial/inputoutput.html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 para ler arquivos CSV?!?!</a:t>
            </a:r>
            <a:endParaRPr/>
          </a:p>
        </p:txBody>
      </p:sp>
      <p:sp>
        <p:nvSpPr>
          <p:cNvPr id="150" name="Google Shape;15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Cliente solicitou: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Leitura de um arquivo .csv para incluir usuários no banco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CSV </a:t>
            </a:r>
            <a:r>
              <a:rPr lang="pt-BR" dirty="0" err="1"/>
              <a:t>Read</a:t>
            </a:r>
            <a:endParaRPr dirty="0"/>
          </a:p>
        </p:txBody>
      </p:sp>
      <p:sp>
        <p:nvSpPr>
          <p:cNvPr id="156" name="Google Shape;156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50" dirty="0" err="1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pt-BR" sz="16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650" dirty="0" err="1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csv</a:t>
            </a:r>
            <a:endParaRPr sz="1650" dirty="0">
              <a:solidFill>
                <a:srgbClr val="4EC9B0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50" dirty="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50" dirty="0" err="1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with</a:t>
            </a:r>
            <a:r>
              <a:rPr lang="pt-BR" sz="16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650" dirty="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open</a:t>
            </a:r>
            <a:r>
              <a:rPr lang="pt-BR" sz="16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650" dirty="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"./exemplo_csv.csv"</a:t>
            </a:r>
            <a:r>
              <a:rPr lang="pt-BR" sz="16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pt-BR" sz="1650" dirty="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'r'</a:t>
            </a:r>
            <a:r>
              <a:rPr lang="pt-BR" sz="16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pt-BR" sz="1650" dirty="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pt-BR" sz="16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650" dirty="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pt-BR" sz="16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650" dirty="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50" dirty="0" err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csvreader</a:t>
            </a:r>
            <a:r>
              <a:rPr lang="pt-BR" sz="16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650" dirty="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pt-BR" sz="16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650" dirty="0" err="1">
                <a:solidFill>
                  <a:srgbClr val="4EC9B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csv</a:t>
            </a:r>
            <a:r>
              <a:rPr lang="pt-BR" sz="1650" dirty="0" err="1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pt-BR" sz="1650" dirty="0" err="1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reader</a:t>
            </a:r>
            <a:r>
              <a:rPr lang="pt-BR" sz="16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650" dirty="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file</a:t>
            </a:r>
            <a:r>
              <a:rPr lang="pt-BR" sz="16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50" dirty="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50" dirty="0">
                <a:solidFill>
                  <a:srgbClr val="C586C0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pt-BR" sz="16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650" dirty="0" err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r>
              <a:rPr lang="pt-BR" sz="16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650" dirty="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pt-BR" sz="16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pt-BR" sz="1650" dirty="0" err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csvreader</a:t>
            </a:r>
            <a:r>
              <a:rPr lang="pt-BR" sz="16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sz="1650" dirty="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4572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50" dirty="0">
                <a:solidFill>
                  <a:srgbClr val="DCDCAA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pt-BR" sz="16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pt-BR" sz="1650" dirty="0" err="1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row</a:t>
            </a:r>
            <a:r>
              <a:rPr lang="pt-BR" sz="1650" dirty="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50" dirty="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157" name="Google Shape;157;p30"/>
          <p:cNvSpPr txBox="1"/>
          <p:nvPr/>
        </p:nvSpPr>
        <p:spPr>
          <a:xfrm>
            <a:off x="1638700" y="4309450"/>
            <a:ext cx="482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https://docs.python.org/3/library/csv.html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9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/>
              <a:t>Dado um arquivo ‘contatos.txt’ que possui: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pt-BR" sz="1500" dirty="0" err="1"/>
              <a:t>nome,telefone,email</a:t>
            </a:r>
            <a:r>
              <a:rPr lang="pt-BR" sz="1500" dirty="0"/>
              <a:t>;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 dirty="0"/>
              <a:t>Leia os contatos do ‘contatos.txt’ e mostre na tela para o usuário;</a:t>
            </a:r>
            <a:endParaRPr sz="1500" dirty="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pt-BR" sz="1500" dirty="0"/>
              <a:t>Solicite que o usuário digite: Nome, telefone e </a:t>
            </a:r>
            <a:r>
              <a:rPr lang="pt-BR" sz="1500" dirty="0" err="1"/>
              <a:t>email</a:t>
            </a:r>
            <a:r>
              <a:rPr lang="pt-BR" sz="1500" dirty="0"/>
              <a:t>. Adicione esses dados ao ‘contatos.txt’;</a:t>
            </a:r>
            <a:endParaRPr sz="1500" dirty="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pt-BR" sz="1500" dirty="0"/>
              <a:t>Crie uma função </a:t>
            </a:r>
            <a:r>
              <a:rPr lang="pt-BR" sz="1500" dirty="0" err="1"/>
              <a:t>adicionar_contato</a:t>
            </a:r>
            <a:r>
              <a:rPr lang="pt-BR" sz="1500" dirty="0"/>
              <a:t> que recebe esses 3 parâmetros</a:t>
            </a:r>
            <a:endParaRPr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F3954EEC48D954D984246B924C59372" ma:contentTypeVersion="7" ma:contentTypeDescription="Crie um novo documento." ma:contentTypeScope="" ma:versionID="902175ec50fd894bfcd42827a66e5a4b">
  <xsd:schema xmlns:xsd="http://www.w3.org/2001/XMLSchema" xmlns:xs="http://www.w3.org/2001/XMLSchema" xmlns:p="http://schemas.microsoft.com/office/2006/metadata/properties" xmlns:ns2="6132c229-a520-4993-bea5-bb8564435990" targetNamespace="http://schemas.microsoft.com/office/2006/metadata/properties" ma:root="true" ma:fieldsID="a3d9e949205a79deededa7efc64c054e" ns2:_="">
    <xsd:import namespace="6132c229-a520-4993-bea5-bb856443599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32c229-a520-4993-bea5-bb85644359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0E7557-FBE3-4C2C-A837-CDB665A2FD6B}">
  <ds:schemaRefs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6132c229-a520-4993-bea5-bb8564435990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78CA50B-E580-409F-8F30-D11B50BA5F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0B3C04-3BAA-4F69-857C-74E9E1B47AB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732</Words>
  <Application>Microsoft Office PowerPoint</Application>
  <PresentationFormat>Apresentação na tela (16:9)</PresentationFormat>
  <Paragraphs>135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2" baseType="lpstr">
      <vt:lpstr>Arial</vt:lpstr>
      <vt:lpstr>Courier New</vt:lpstr>
      <vt:lpstr>Simple Light</vt:lpstr>
      <vt:lpstr>Trabalhando com arquivos</vt:lpstr>
      <vt:lpstr>Sumário</vt:lpstr>
      <vt:lpstr>Conceito</vt:lpstr>
      <vt:lpstr>READ</vt:lpstr>
      <vt:lpstr>Lendo um arquivo txt</vt:lpstr>
      <vt:lpstr>Lendo um arquivo txt</vt:lpstr>
      <vt:lpstr>Lendo um arquivo txt</vt:lpstr>
      <vt:lpstr>Lendo um arquivo txt</vt:lpstr>
      <vt:lpstr>Lendo um arquivo txt</vt:lpstr>
      <vt:lpstr>Vamos aumentar a complexidade:</vt:lpstr>
      <vt:lpstr>Vamos transformar em função</vt:lpstr>
      <vt:lpstr>WRITE</vt:lpstr>
      <vt:lpstr>Lendo um arquivo txt</vt:lpstr>
      <vt:lpstr>CODE!</vt:lpstr>
      <vt:lpstr>CODE!</vt:lpstr>
      <vt:lpstr>Onde ler mais?</vt:lpstr>
      <vt:lpstr>E para ler arquivos CSV?!?!</vt:lpstr>
      <vt:lpstr>CSV Read</vt:lpstr>
      <vt:lpstr>Atividade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VINICIUS ARAUJO COELHO</cp:lastModifiedBy>
  <cp:revision>1</cp:revision>
  <dcterms:modified xsi:type="dcterms:W3CDTF">2025-11-02T20:06:56Z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0x0101003F3954EEC48D954D984246B924C59372</vt:lpwstr>
  </property>
</Properties>
</file>