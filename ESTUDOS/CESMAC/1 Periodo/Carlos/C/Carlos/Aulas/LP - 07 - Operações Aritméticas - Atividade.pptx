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333" r:id="rId14"/>
    <p:sldId id="334" r:id="rId15"/>
    <p:sldId id="335" r:id="rId16"/>
    <p:sldId id="33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52" y="4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8714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900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24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04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604EFE7-6734-D337-9294-112C50BFA0D0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Operações Aritméticas - Praticando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recebe 3 valores inteiros e deve exibir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 soma dos dois primeiros valores e o resultado disso vezes o terceiro valor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58" y="3789040"/>
            <a:ext cx="4366485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4" name="Retângulo 3"/>
          <p:cNvSpPr/>
          <p:nvPr/>
        </p:nvSpPr>
        <p:spPr>
          <a:xfrm>
            <a:off x="3755740" y="2842320"/>
            <a:ext cx="468052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a, b, c, total;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3 números: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&amp;c);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total = 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 + 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c;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623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pt-BR" sz="2000" dirty="0"/>
                  <a:t>Crie um algoritmo que calcule a área de um triangulo, sabendo que é a área do triangulo é:</a:t>
                </a:r>
              </a:p>
              <a:p>
                <a:pPr marL="109728" indent="0" algn="just">
                  <a:buNone/>
                </a:pPr>
                <a:r>
                  <a:rPr lang="pt-BR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𝐵𝑎𝑠𝑒</m:t>
                        </m:r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𝐴𝑙𝑡𝑢𝑟𝑎</m:t>
                        </m:r>
                      </m:num>
                      <m:den>
                        <m:r>
                          <a:rPr lang="pt-BR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45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5" y="4437112"/>
            <a:ext cx="6470433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4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5" name="Retângulo 4"/>
          <p:cNvSpPr/>
          <p:nvPr/>
        </p:nvSpPr>
        <p:spPr>
          <a:xfrm>
            <a:off x="3071664" y="2842320"/>
            <a:ext cx="604867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base, altura,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"Informe a base do triangulo: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"Informe a altura do triangulo: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&amp;altura);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base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altura /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do triangulo é: 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803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pt-BR" sz="2000" dirty="0"/>
                  <a:t>Calcule a área de um circulo, apenas recebendo e informação o diâmetro da circunferência. A área do circulo é calculada com: </a:t>
                </a:r>
              </a:p>
              <a:p>
                <a:pPr algn="just"/>
                <a:endParaRPr lang="pt-BR" sz="2000" dirty="0"/>
              </a:p>
              <a:p>
                <a:pPr marL="109728" indent="0">
                  <a:buNone/>
                </a:pPr>
                <a:r>
                  <a:rPr lang="pt-BR" sz="2400" dirty="0"/>
                  <a:t>Área de uma Circulo:  </a:t>
                </a:r>
                <a:r>
                  <a:rPr lang="el-GR" sz="2400" dirty="0"/>
                  <a:t>π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𝑅𝑎𝑖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pt-BR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400" dirty="0"/>
              </a:p>
              <a:p>
                <a:pPr marL="109728" indent="0">
                  <a:buNone/>
                </a:pPr>
                <a:r>
                  <a:rPr lang="el-GR" sz="2400" dirty="0"/>
                  <a:t>π</a:t>
                </a:r>
                <a:r>
                  <a:rPr lang="pt-BR" sz="2400" dirty="0"/>
                  <a:t> = 3,14</a:t>
                </a:r>
              </a:p>
              <a:p>
                <a:pPr marL="109728" indent="0">
                  <a:buNone/>
                </a:pPr>
                <a:r>
                  <a:rPr lang="pt-BR" sz="2400" dirty="0"/>
                  <a:t>Raio = Diâmetro/2</a:t>
                </a:r>
              </a:p>
              <a:p>
                <a:pPr marL="109728" indent="0" algn="ctr">
                  <a:buNone/>
                </a:pPr>
                <a:r>
                  <a:rPr lang="pt-BR" sz="2000" dirty="0"/>
                  <a:t>	</a:t>
                </a:r>
              </a:p>
              <a:p>
                <a:pPr marL="109728" indent="0" algn="ctr">
                  <a:buNone/>
                </a:pPr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45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672" y="5013176"/>
            <a:ext cx="54483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2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4" name="Retângulo 3"/>
          <p:cNvSpPr/>
          <p:nvPr/>
        </p:nvSpPr>
        <p:spPr>
          <a:xfrm>
            <a:off x="2783632" y="2708920"/>
            <a:ext cx="620303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3.14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diametro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raio;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"Informe o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diametro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do circulo: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diametro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raio =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diametro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(raio*raio);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do circulo é: 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433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Calcule a área de um quadrado </a:t>
            </a:r>
            <a:r>
              <a:rPr lang="pt-BR" sz="2000" u="sng" dirty="0"/>
              <a:t>usando apenas uma variável.</a:t>
            </a:r>
            <a:r>
              <a:rPr lang="pt-BR" sz="2000" dirty="0"/>
              <a:t> E sabendo que a área do quadrado é lado²</a:t>
            </a:r>
            <a:endParaRPr lang="pt-BR" sz="2000" u="sng" dirty="0"/>
          </a:p>
          <a:p>
            <a:pPr marL="109728" indent="0" algn="ctr">
              <a:buNone/>
            </a:pPr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7" y="3212976"/>
            <a:ext cx="736769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9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23592" y="2780929"/>
            <a:ext cx="6839844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lado;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"Informe o tamanho do lado do quadrado: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&amp;lado);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lado *= lado;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Area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do quadrado é: 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lado);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041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o código abaixo exibiria: </a:t>
            </a:r>
            <a:endParaRPr lang="pt-BR" sz="2000" u="sng" dirty="0"/>
          </a:p>
          <a:p>
            <a:pPr marL="109728" indent="0" algn="ctr">
              <a:buNone/>
            </a:pPr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4223792" y="2780929"/>
            <a:ext cx="3168352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a +=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a /= 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a *=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a++;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--a);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a++);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680176" y="4419375"/>
            <a:ext cx="306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  <a:p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752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o usuário deverá informar o preço de uma conta atrasada e em seguida o sistema informa de quanto deve ser a multa sabendo que é cobrado sempre 14% do valor total.</a:t>
            </a:r>
            <a:endParaRPr lang="pt-BR" sz="2000" u="sng" dirty="0"/>
          </a:p>
          <a:p>
            <a:pPr marL="109728" indent="0" algn="ctr">
              <a:buNone/>
            </a:pPr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5" y="4005065"/>
            <a:ext cx="4796287" cy="94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69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2000" u="sng" dirty="0"/>
          </a:p>
          <a:p>
            <a:pPr marL="109728" indent="0" algn="ctr">
              <a:buNone/>
            </a:pP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647728" y="2852937"/>
            <a:ext cx="4896544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preco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multa;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"Preço do produto: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preco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multa =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preco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0.14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"Multa de R$%.2f"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multa);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047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Questão 07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Sabendo que a gasolina é 4,89, crie um programa que deva receber a quantidade de litros que o usuário quer abastecer e informe o quanto ele pagará: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29" y="3284984"/>
            <a:ext cx="4800127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29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Questão 07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9878888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2567608" y="2996953"/>
            <a:ext cx="6705334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litros;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"Quanto deseje abastecer?\n"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&amp;litros);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"Você pagará R$%.2f"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litros*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4.89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9274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Questão 08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17503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receba o preço de 3 produtos</a:t>
            </a:r>
          </a:p>
          <a:p>
            <a:pPr algn="just"/>
            <a:r>
              <a:rPr lang="pt-BR" sz="2000" dirty="0"/>
              <a:t>Informe o total</a:t>
            </a:r>
          </a:p>
          <a:p>
            <a:pPr algn="just"/>
            <a:r>
              <a:rPr lang="pt-BR" sz="2000" dirty="0"/>
              <a:t>Em seguida pergunte em quantas parcelas deseja dividir;</a:t>
            </a:r>
          </a:p>
          <a:p>
            <a:pPr algn="just"/>
            <a:r>
              <a:rPr lang="pt-BR" sz="2000" dirty="0"/>
              <a:t>Por fim o preço de cada parcela.</a:t>
            </a:r>
          </a:p>
          <a:p>
            <a:pPr algn="just"/>
            <a:r>
              <a:rPr lang="pt-BR" sz="2000" dirty="0"/>
              <a:t>Usando no máximo 3 variáveis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3" y="4141713"/>
            <a:ext cx="694372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57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Questão 08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03512" y="2249424"/>
            <a:ext cx="8784976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1703512" y="-104215"/>
            <a:ext cx="8784976" cy="66787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produto, total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parcelas;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//Produto 1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valor do primeiro produto: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&amp;produto);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total += produto;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//Produto 2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valor do segundo produto: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&amp;produto);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total += produto;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//Produto 3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valor do terceiro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produdto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&amp;produto);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total += produto;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"Total: %.2f\n"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  //Parcelas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"Em quantas parcelas deseja dividir?\n"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&amp;parcelas);</a:t>
            </a: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parcelas de R$%.2f"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parcelas, total/parcelas);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913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7831D4-B6CA-4D6D-8934-0405550D2520}"/>
</file>

<file path=customXml/itemProps2.xml><?xml version="1.0" encoding="utf-8"?>
<ds:datastoreItem xmlns:ds="http://schemas.openxmlformats.org/officeDocument/2006/customXml" ds:itemID="{EBD72A68-24CF-400F-8175-D888BFA30307}"/>
</file>

<file path=customXml/itemProps3.xml><?xml version="1.0" encoding="utf-8"?>
<ds:datastoreItem xmlns:ds="http://schemas.openxmlformats.org/officeDocument/2006/customXml" ds:itemID="{A10AB5B2-47BD-4CED-AF4A-DEEEC90ED941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1562</TotalTime>
  <Words>897</Words>
  <Application>Microsoft Office PowerPoint</Application>
  <PresentationFormat>Widescreen</PresentationFormat>
  <Paragraphs>142</Paragraphs>
  <Slides>16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Calibri</vt:lpstr>
      <vt:lpstr>Cambria Math</vt:lpstr>
      <vt:lpstr>Consolas</vt:lpstr>
      <vt:lpstr>Georgia</vt:lpstr>
      <vt:lpstr>Trebuchet MS</vt:lpstr>
      <vt:lpstr>Wingdings 2</vt:lpstr>
      <vt:lpstr>Urbano</vt:lpstr>
      <vt:lpstr>Apresentação do PowerPoint</vt:lpstr>
      <vt:lpstr>Questão 01</vt:lpstr>
      <vt:lpstr>Questão 01</vt:lpstr>
      <vt:lpstr>Questão 02</vt:lpstr>
      <vt:lpstr>Questão 02</vt:lpstr>
      <vt:lpstr>Questão 03</vt:lpstr>
      <vt:lpstr>Questão 03</vt:lpstr>
      <vt:lpstr>Questão 04</vt:lpstr>
      <vt:lpstr>Questão 04</vt:lpstr>
      <vt:lpstr>Questão 05</vt:lpstr>
      <vt:lpstr>Questão 06</vt:lpstr>
      <vt:lpstr>Questão 06</vt:lpstr>
      <vt:lpstr>Questão 07</vt:lpstr>
      <vt:lpstr>Questão 07</vt:lpstr>
      <vt:lpstr>Questão 08</vt:lpstr>
      <vt:lpstr>Questão 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190</cp:revision>
  <dcterms:created xsi:type="dcterms:W3CDTF">2017-03-10T13:05:03Z</dcterms:created>
  <dcterms:modified xsi:type="dcterms:W3CDTF">2025-02-24T10:45:13Z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