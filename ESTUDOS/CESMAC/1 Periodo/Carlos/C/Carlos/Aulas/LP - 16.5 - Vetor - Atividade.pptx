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345" r:id="rId3"/>
    <p:sldId id="346" r:id="rId4"/>
    <p:sldId id="347" r:id="rId5"/>
    <p:sldId id="349" r:id="rId6"/>
    <p:sldId id="348" r:id="rId7"/>
    <p:sldId id="350" r:id="rId8"/>
    <p:sldId id="351" r:id="rId9"/>
    <p:sldId id="353" r:id="rId10"/>
    <p:sldId id="352" r:id="rId11"/>
    <p:sldId id="354" r:id="rId12"/>
    <p:sldId id="355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64" d="100"/>
          <a:sy n="64" d="100"/>
        </p:scale>
        <p:origin x="148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260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20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75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04/09/2018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2187674"/>
          </a:xfrm>
        </p:spPr>
        <p:txBody>
          <a:bodyPr>
            <a:noAutofit/>
          </a:bodyPr>
          <a:lstStyle/>
          <a:p>
            <a:r>
              <a:rPr lang="pt-BR" sz="6000" dirty="0" smtClean="0"/>
              <a:t>Algoritmo</a:t>
            </a:r>
            <a:br>
              <a:rPr lang="pt-BR" sz="6000" dirty="0" smtClean="0"/>
            </a:br>
            <a:r>
              <a:rPr lang="pt-BR" dirty="0" smtClean="0"/>
              <a:t>Vetor | </a:t>
            </a:r>
            <a:r>
              <a:rPr lang="pt-BR" dirty="0" err="1" smtClean="0"/>
              <a:t>Array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5301208"/>
            <a:ext cx="6400800" cy="1104528"/>
          </a:xfrm>
        </p:spPr>
        <p:txBody>
          <a:bodyPr/>
          <a:lstStyle/>
          <a:p>
            <a:pPr algn="l"/>
            <a:r>
              <a:rPr lang="pt-BR" dirty="0" smtClean="0"/>
              <a:t>Professor: Carlos Alberto</a:t>
            </a:r>
          </a:p>
          <a:p>
            <a:pPr algn="l"/>
            <a:r>
              <a:rPr lang="pt-BR" dirty="0" err="1" smtClean="0"/>
              <a:t>Email</a:t>
            </a:r>
            <a:r>
              <a:rPr lang="pt-BR" dirty="0" smtClean="0"/>
              <a:t>: carloswgama@gmail.com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Sabendo que uma </a:t>
            </a:r>
            <a:r>
              <a:rPr lang="pt-BR" sz="2000" dirty="0" err="1" smtClean="0"/>
              <a:t>String</a:t>
            </a:r>
            <a:r>
              <a:rPr lang="pt-BR" sz="2000" dirty="0" smtClean="0"/>
              <a:t> em C, na realidade  é um vetor de Caracteres.</a:t>
            </a:r>
            <a:endParaRPr lang="pt-BR" sz="2400" dirty="0"/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E que você já tem instanciado a variável abaixo:</a:t>
            </a:r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Passe para  a variável o seu nome e exiba na tela, </a:t>
            </a:r>
            <a:r>
              <a:rPr lang="pt-BR" sz="2000" u="sng" dirty="0" smtClean="0"/>
              <a:t>SEM</a:t>
            </a:r>
            <a:r>
              <a:rPr lang="pt-BR" sz="2000" dirty="0" smtClean="0"/>
              <a:t> usar a função </a:t>
            </a:r>
            <a:r>
              <a:rPr lang="pt-BR" sz="2000" u="sng" dirty="0" err="1" smtClean="0"/>
              <a:t>strcpy</a:t>
            </a:r>
            <a:r>
              <a:rPr lang="pt-BR" sz="2000" dirty="0" smtClean="0"/>
              <a:t> e </a:t>
            </a:r>
            <a:r>
              <a:rPr lang="pt-BR" sz="2000" u="sng" dirty="0" smtClean="0"/>
              <a:t>SEM</a:t>
            </a:r>
            <a:r>
              <a:rPr lang="pt-BR" sz="2000" dirty="0" smtClean="0"/>
              <a:t> passar o </a:t>
            </a:r>
            <a:r>
              <a:rPr lang="pt-BR" sz="2000" u="sng" dirty="0" smtClean="0"/>
              <a:t>nome</a:t>
            </a:r>
            <a:r>
              <a:rPr lang="pt-BR" sz="2000" dirty="0" smtClean="0"/>
              <a:t> ao declarar a variável.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5" name="Retângulo 4"/>
          <p:cNvSpPr/>
          <p:nvPr/>
        </p:nvSpPr>
        <p:spPr>
          <a:xfrm>
            <a:off x="3593206" y="3645024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5373216"/>
            <a:ext cx="1894723" cy="1035080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978793" y="5484966"/>
            <a:ext cx="3521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//Não pode usar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(nome,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É justamente isso que a função </a:t>
            </a:r>
            <a:r>
              <a:rPr lang="pt-BR" sz="2000" dirty="0" err="1" smtClean="0"/>
              <a:t>strcpy</a:t>
            </a:r>
            <a:r>
              <a:rPr lang="pt-BR" sz="2000" dirty="0" smtClean="0"/>
              <a:t> faz.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771800" y="2708920"/>
            <a:ext cx="266429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'r'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nome[</a:t>
            </a:r>
            <a:r>
              <a:rPr lang="it-IT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's'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35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algoritmo que deve ter um vetor que recebe N valores inteiros definidos por você.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Crie uma função </a:t>
            </a:r>
            <a:r>
              <a:rPr lang="pt-BR" sz="2000" u="sng" dirty="0"/>
              <a:t>media</a:t>
            </a:r>
            <a:r>
              <a:rPr lang="pt-BR" sz="2000" dirty="0"/>
              <a:t> </a:t>
            </a:r>
            <a:r>
              <a:rPr lang="pt-BR" sz="2000" dirty="0" smtClean="0"/>
              <a:t>que deve receber o vetor e o tamanho do vetor e retorne a média dos valores informados no vetor:</a:t>
            </a:r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Na hora de executar a função, basta passar o vetor e seu tamanho.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314450"/>
            <a:ext cx="5057775" cy="36195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979712" y="4149080"/>
            <a:ext cx="554461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media(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valores[],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tamanho) {</a:t>
            </a:r>
          </a:p>
          <a:p>
            <a:r>
              <a:rPr lang="pt-BR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    /*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SEU CÓDIGO AQUI */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2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5" name="Retângulo 4"/>
          <p:cNvSpPr/>
          <p:nvPr/>
        </p:nvSpPr>
        <p:spPr>
          <a:xfrm>
            <a:off x="683568" y="4411980"/>
            <a:ext cx="727280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(LC_ALL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vetor[] = {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 média dos valores é 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media(vetor,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358208" y="1672980"/>
            <a:ext cx="5328592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media(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valores[],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resultado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tamanho; i++)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resultado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+= valores[i];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resultado/tamanho;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32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Crie um algoritmo que o usuário poderá digitar 5 valores.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Crie uma função </a:t>
            </a:r>
            <a:r>
              <a:rPr lang="pt-BR" sz="2000" u="sng" dirty="0" err="1" smtClean="0"/>
              <a:t>maiorValor</a:t>
            </a:r>
            <a:r>
              <a:rPr lang="pt-BR" sz="2000" dirty="0" smtClean="0"/>
              <a:t>, que recebe um vetor de inteiros e o tamanho do vetor.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Por fim retorne o maior valor desse vetor.   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4447041"/>
            <a:ext cx="46101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7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20988" y="3474839"/>
            <a:ext cx="843528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(LC_ALL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&amp;vetor[i]);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maior valor digitado foi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maiorValor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(vetor,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131840" y="553051"/>
            <a:ext cx="5791172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maiorValor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valores[],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i, maior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tamanho; i++)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(maior &lt; valores[i])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maior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= valores[i];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maior;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6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função </a:t>
            </a:r>
            <a:r>
              <a:rPr lang="pt-BR" sz="2000" dirty="0"/>
              <a:t>(</a:t>
            </a:r>
            <a:r>
              <a:rPr lang="pt-BR" sz="2000" u="sng" dirty="0" err="1"/>
              <a:t>possuiValor</a:t>
            </a:r>
            <a:r>
              <a:rPr lang="pt-BR" sz="2000" dirty="0" smtClean="0"/>
              <a:t>) que </a:t>
            </a:r>
            <a:r>
              <a:rPr lang="pt-BR" sz="2000" dirty="0" smtClean="0"/>
              <a:t>recebe um vetor de inteiro (</a:t>
            </a:r>
            <a:r>
              <a:rPr lang="pt-BR" sz="2000" u="sng" dirty="0" smtClean="0"/>
              <a:t>valores)</a:t>
            </a:r>
            <a:r>
              <a:rPr lang="pt-BR" sz="2000" dirty="0" smtClean="0"/>
              <a:t>, o tamanho do vetor (</a:t>
            </a:r>
            <a:r>
              <a:rPr lang="pt-BR" sz="2000" u="sng" dirty="0" smtClean="0"/>
              <a:t>tamanho</a:t>
            </a:r>
            <a:r>
              <a:rPr lang="pt-BR" sz="2000" dirty="0" smtClean="0"/>
              <a:t>) e outro número inteiro (</a:t>
            </a:r>
            <a:r>
              <a:rPr lang="pt-BR" sz="2000" u="sng" dirty="0" smtClean="0"/>
              <a:t>n</a:t>
            </a:r>
            <a:r>
              <a:rPr lang="pt-BR" sz="2000" dirty="0" smtClean="0"/>
              <a:t>). </a:t>
            </a:r>
            <a:endParaRPr lang="pt-BR" sz="2000" dirty="0" smtClean="0"/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Caso o valor de </a:t>
            </a:r>
            <a:r>
              <a:rPr lang="pt-BR" sz="2000" u="sng" dirty="0" smtClean="0"/>
              <a:t>n</a:t>
            </a:r>
            <a:r>
              <a:rPr lang="pt-BR" sz="2000" dirty="0" smtClean="0"/>
              <a:t> esteja no vetor, retorne </a:t>
            </a:r>
            <a:r>
              <a:rPr lang="pt-BR" sz="2000" u="sng" dirty="0" smtClean="0"/>
              <a:t>1</a:t>
            </a:r>
            <a:r>
              <a:rPr lang="pt-BR" sz="2000" dirty="0" smtClean="0"/>
              <a:t>.</a:t>
            </a:r>
          </a:p>
          <a:p>
            <a:pPr algn="just"/>
            <a:r>
              <a:rPr lang="pt-BR" sz="2000" dirty="0" smtClean="0"/>
              <a:t>Caso não esteja retorne </a:t>
            </a:r>
            <a:r>
              <a:rPr lang="pt-BR" sz="2000" u="sng" dirty="0" smtClean="0"/>
              <a:t>0</a:t>
            </a:r>
            <a:r>
              <a:rPr lang="pt-BR" sz="2000" dirty="0" smtClean="0"/>
              <a:t>.</a:t>
            </a:r>
            <a:endParaRPr lang="pt-BR" sz="2000" dirty="0" smtClean="0"/>
          </a:p>
          <a:p>
            <a:pPr algn="just"/>
            <a:endParaRPr lang="pt-BR" sz="1800" dirty="0" smtClean="0"/>
          </a:p>
          <a:p>
            <a:pPr algn="just"/>
            <a:r>
              <a:rPr lang="pt-BR" sz="1800" dirty="0" smtClean="0"/>
              <a:t>Por fim, monte um algoritmo que o usuário pode digitar 10 números e cheque se o vetor possuir o número </a:t>
            </a:r>
            <a:r>
              <a:rPr lang="pt-BR" sz="1800" u="sng" dirty="0" smtClean="0"/>
              <a:t>8</a:t>
            </a:r>
            <a:r>
              <a:rPr lang="pt-BR" sz="1800" dirty="0" smtClean="0"/>
              <a:t>.</a:t>
            </a:r>
            <a:endParaRPr lang="pt-BR" sz="1800" dirty="0"/>
          </a:p>
          <a:p>
            <a:pPr algn="just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99652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5" name="Retângulo 4"/>
          <p:cNvSpPr/>
          <p:nvPr/>
        </p:nvSpPr>
        <p:spPr>
          <a:xfrm>
            <a:off x="2175230" y="1892085"/>
            <a:ext cx="680424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possuiValor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valores[],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tamanho; i++)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(valores[i] == n)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72017" y="4200409"/>
            <a:ext cx="8799966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(LC_ALL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i;</a:t>
            </a:r>
          </a:p>
          <a:p>
            <a:r>
              <a:rPr lang="pt-B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&amp;vetor[i]);</a:t>
            </a:r>
          </a:p>
          <a:p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possuiValor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(vetor,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?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"Possui"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"Não possui"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5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3531412"/>
            <a:ext cx="8229600" cy="3043123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função que exiba todos os números primos que estão em um vetor.</a:t>
            </a:r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Por fim, crie um algoritmo que permita o usuário digitar quantos números quiser, desde que não ultrapasse o limite de 100 números.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Por fim, exiba todos os números primos digitados pelo usuário.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0"/>
            <a:ext cx="4938117" cy="35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5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3347864" y="0"/>
            <a:ext cx="489654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ePrimo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i, resultado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n; i++)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(n % i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	   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	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(total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	resultado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   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	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resultado;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403649" y="4118265"/>
            <a:ext cx="619268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listarPrimos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valores[],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tamanho; i++)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ePrimo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(valores[i])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valores[i]);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96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 smtClean="0"/>
              <a:t>Código:</a:t>
            </a:r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5" name="Retângulo 4"/>
          <p:cNvSpPr/>
          <p:nvPr/>
        </p:nvSpPr>
        <p:spPr>
          <a:xfrm>
            <a:off x="457200" y="764704"/>
            <a:ext cx="7918072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(LC_ALL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's'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  do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&amp;vetor[total]);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//Ainda possui espaço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(total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"Deseja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inserior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um novo número? (s/n)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 %c"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'n'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'n'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"Números primos: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listarPrimos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(vetor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3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EA7784-545B-40AA-A3A9-CEBB5FE77783}"/>
</file>

<file path=customXml/itemProps2.xml><?xml version="1.0" encoding="utf-8"?>
<ds:datastoreItem xmlns:ds="http://schemas.openxmlformats.org/officeDocument/2006/customXml" ds:itemID="{B65B9051-2781-4E41-ACF5-613420E8C298}"/>
</file>

<file path=customXml/itemProps3.xml><?xml version="1.0" encoding="utf-8"?>
<ds:datastoreItem xmlns:ds="http://schemas.openxmlformats.org/officeDocument/2006/customXml" ds:itemID="{EC0873A5-4D4A-4EC7-B96C-EB9882CDC336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2449</TotalTime>
  <Words>632</Words>
  <Application>Microsoft Office PowerPoint</Application>
  <PresentationFormat>Apresentação na tela (4:3)</PresentationFormat>
  <Paragraphs>173</Paragraphs>
  <Slides>12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Calibri</vt:lpstr>
      <vt:lpstr>Consolas</vt:lpstr>
      <vt:lpstr>Georgia</vt:lpstr>
      <vt:lpstr>Trebuchet MS</vt:lpstr>
      <vt:lpstr>Wingdings 2</vt:lpstr>
      <vt:lpstr>Urbano</vt:lpstr>
      <vt:lpstr>Algoritmo Vetor | Array</vt:lpstr>
      <vt:lpstr>Questão 01</vt:lpstr>
      <vt:lpstr>Questão 01</vt:lpstr>
      <vt:lpstr>Questão 02</vt:lpstr>
      <vt:lpstr>Questão 02</vt:lpstr>
      <vt:lpstr>Questão 03</vt:lpstr>
      <vt:lpstr>Questão 03</vt:lpstr>
      <vt:lpstr>Questão 04</vt:lpstr>
      <vt:lpstr>Questão 04</vt:lpstr>
      <vt:lpstr>Questão 05</vt:lpstr>
      <vt:lpstr>Questão 05</vt:lpstr>
      <vt:lpstr>Questão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311</cp:revision>
  <dcterms:created xsi:type="dcterms:W3CDTF">2017-03-10T13:05:03Z</dcterms:created>
  <dcterms:modified xsi:type="dcterms:W3CDTF">2018-09-05T02:01:51Z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