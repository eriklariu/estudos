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256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95400" y="1412777"/>
            <a:ext cx="11017224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dirty="0"/>
              <a:t>Estrutura de Decisão – SWITCH - Atividade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Construa um algoritmo que informe quantos dias tem um mês (Leve em consideração Fevereiro com 28 dias):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3068961"/>
            <a:ext cx="4057650" cy="6572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56" y="4237683"/>
            <a:ext cx="4210050" cy="69532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5444504"/>
            <a:ext cx="41148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b="1" u="sng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3935760" y="476672"/>
            <a:ext cx="6606480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mes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o mês desejado: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mes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mes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8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"31 dias"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9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"30 dias"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"28 dias"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default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"Mês inválido"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685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informar quais permissões um usuário tem, com base no seu nível</a:t>
            </a:r>
          </a:p>
          <a:p>
            <a:pPr algn="just"/>
            <a:r>
              <a:rPr lang="pt-BR" sz="2000" dirty="0" err="1"/>
              <a:t>Admin</a:t>
            </a:r>
            <a:r>
              <a:rPr lang="pt-BR" sz="2000" dirty="0"/>
              <a:t> (char </a:t>
            </a:r>
            <a:r>
              <a:rPr lang="pt-BR" sz="2000" dirty="0" err="1"/>
              <a:t>nivel</a:t>
            </a:r>
            <a:r>
              <a:rPr lang="pt-BR" sz="2000" dirty="0"/>
              <a:t> = ‘a’)</a:t>
            </a:r>
          </a:p>
          <a:p>
            <a:pPr lvl="1" algn="just"/>
            <a:r>
              <a:rPr lang="pt-BR" sz="2000" dirty="0"/>
              <a:t>Criar usuário</a:t>
            </a:r>
          </a:p>
          <a:p>
            <a:pPr lvl="1" algn="just"/>
            <a:r>
              <a:rPr lang="pt-BR" sz="2000" dirty="0"/>
              <a:t>Criar postagem</a:t>
            </a:r>
          </a:p>
          <a:p>
            <a:pPr lvl="1" algn="just"/>
            <a:r>
              <a:rPr lang="pt-BR" sz="2000" dirty="0"/>
              <a:t>Adicionar comentário</a:t>
            </a:r>
          </a:p>
          <a:p>
            <a:pPr algn="just"/>
            <a:r>
              <a:rPr lang="pt-BR" sz="2000" dirty="0"/>
              <a:t>Moderador (char </a:t>
            </a:r>
            <a:r>
              <a:rPr lang="pt-BR" sz="2000" dirty="0" err="1"/>
              <a:t>nivel</a:t>
            </a:r>
            <a:r>
              <a:rPr lang="pt-BR" sz="2000" dirty="0"/>
              <a:t> = ‘m’)</a:t>
            </a:r>
          </a:p>
          <a:p>
            <a:pPr lvl="1" algn="just"/>
            <a:r>
              <a:rPr lang="pt-BR" sz="2000" dirty="0"/>
              <a:t>Criar postagem</a:t>
            </a:r>
          </a:p>
          <a:p>
            <a:pPr lvl="1" algn="just"/>
            <a:r>
              <a:rPr lang="pt-BR" sz="2000" dirty="0"/>
              <a:t>Adicionar comentário</a:t>
            </a:r>
          </a:p>
          <a:p>
            <a:pPr algn="just"/>
            <a:r>
              <a:rPr lang="pt-BR" sz="2000" dirty="0"/>
              <a:t>Usuário comum (char nível = ‘c’)</a:t>
            </a:r>
          </a:p>
          <a:p>
            <a:pPr lvl="1" algn="just"/>
            <a:r>
              <a:rPr lang="pt-BR" sz="2000" dirty="0"/>
              <a:t>Adicionar comentário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5" y="259363"/>
            <a:ext cx="5534199" cy="17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69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b="1" u="sng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559496" y="2708921"/>
            <a:ext cx="8928992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o nível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du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usuário para saber suas permissões: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admin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(a)\n moderador(m) \n usuário comum (c)\n"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"%c"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"Criar usuário\n"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"Criar postagem\n"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'c'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"Adicionar comentário"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default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Nivel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inválido"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087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cheque se a pessoa digitou uma vogal ou uma consoante. 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3501008"/>
            <a:ext cx="3362325" cy="72390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28" y="4869161"/>
            <a:ext cx="32385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8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b="1" u="sng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3604320" y="2426821"/>
            <a:ext cx="54440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letra;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uma letra: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"%c"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&amp;letra);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(letra)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'e'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'i'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'o'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'u'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"Vogal"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default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"Consoante"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055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49424"/>
            <a:ext cx="8229600" cy="4419936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000" dirty="0"/>
              <a:t>Crie um programa de satisfação ao cliente, que o cliente pode dar uma nota de 1 a 3. Dependendo da nota do cliente, o sistema dará uma resposta diferente: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Nota 1:  </a:t>
            </a:r>
          </a:p>
          <a:p>
            <a:pPr lvl="1" algn="just"/>
            <a:r>
              <a:rPr lang="pt-BR" sz="1800" dirty="0"/>
              <a:t>“Desculpe pelo serviço, deixe uma mensagem informando em que podemos melhorar na próxima”</a:t>
            </a:r>
          </a:p>
          <a:p>
            <a:pPr lvl="1" algn="just"/>
            <a:r>
              <a:rPr lang="pt-BR" sz="1800" dirty="0"/>
              <a:t>Recupera mensagem de melhoria</a:t>
            </a:r>
          </a:p>
          <a:p>
            <a:pPr algn="just"/>
            <a:r>
              <a:rPr lang="pt-BR" sz="2000" dirty="0"/>
              <a:t>Nota 2: </a:t>
            </a:r>
          </a:p>
          <a:p>
            <a:pPr lvl="1" algn="just"/>
            <a:r>
              <a:rPr lang="pt-BR" sz="1800" dirty="0"/>
              <a:t>“Obrigado. Deseja deixar alguma sugestão para nosso serviço ficar perfeito (S/N)?”</a:t>
            </a:r>
          </a:p>
          <a:p>
            <a:pPr lvl="1" algn="just"/>
            <a:r>
              <a:rPr lang="pt-BR" sz="1800" dirty="0"/>
              <a:t>Caso sim, recupera mensagem</a:t>
            </a:r>
          </a:p>
          <a:p>
            <a:pPr algn="just"/>
            <a:r>
              <a:rPr lang="pt-BR" sz="2000" dirty="0"/>
              <a:t>Nota 3: </a:t>
            </a:r>
          </a:p>
          <a:p>
            <a:pPr lvl="1" algn="just"/>
            <a:r>
              <a:rPr lang="pt-BR" sz="1800" dirty="0"/>
              <a:t>“Muito obrigado e até a próxima!”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3" y="3289463"/>
            <a:ext cx="9112749" cy="113652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01" y="6005678"/>
            <a:ext cx="6581775" cy="65722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2" y="4791944"/>
            <a:ext cx="8964488" cy="101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1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b="1" u="sng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649760" y="476672"/>
            <a:ext cx="8892480" cy="5693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nota;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char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mensagem[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200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"Digite uma nota de 1 a 3 pelo serviço: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&amp;nota);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switch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(nota) {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 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"Desculpe pelo serviço, deixe uma mensagem informando em que podemos </a:t>
            </a:r>
          </a:p>
          <a:p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		melhorar na próxima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"Comentário: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mensagem);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 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"Obrigado. Deseja deixar algum comentário para nosso próximo serviço </a:t>
            </a:r>
          </a:p>
          <a:p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		ficar perfeito (s/n)?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deixarComentario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 %c"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deixarComentario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deixarComentario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's'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"Comentário: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mensagem);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 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"Muito obrigado e até a próxima!"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437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17F91D-6ADF-45EC-A63D-D8BF976E4DB2}"/>
</file>

<file path=customXml/itemProps2.xml><?xml version="1.0" encoding="utf-8"?>
<ds:datastoreItem xmlns:ds="http://schemas.openxmlformats.org/officeDocument/2006/customXml" ds:itemID="{F8733545-ACB0-4A23-9295-A0300E7319E6}"/>
</file>

<file path=customXml/itemProps3.xml><?xml version="1.0" encoding="utf-8"?>
<ds:datastoreItem xmlns:ds="http://schemas.openxmlformats.org/officeDocument/2006/customXml" ds:itemID="{5DF3F56C-2BA1-40B6-ADA0-3A8CB282D5B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1754</TotalTime>
  <Words>702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Estrutura de Decisão – SWITCH - Atividade</vt:lpstr>
      <vt:lpstr>Questão 01</vt:lpstr>
      <vt:lpstr>Solução</vt:lpstr>
      <vt:lpstr>Questão 02</vt:lpstr>
      <vt:lpstr>Solução</vt:lpstr>
      <vt:lpstr>Questão 03</vt:lpstr>
      <vt:lpstr>Solução</vt:lpstr>
      <vt:lpstr>Questão 04</vt:lpstr>
      <vt:lpstr>Solução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225</cp:revision>
  <dcterms:created xsi:type="dcterms:W3CDTF">2017-03-10T13:05:03Z</dcterms:created>
  <dcterms:modified xsi:type="dcterms:W3CDTF">2024-12-05T13:51:20Z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