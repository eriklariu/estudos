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4"/>
  </p:notesMasterIdLst>
  <p:sldIdLst>
    <p:sldId id="256" r:id="rId2"/>
    <p:sldId id="362" r:id="rId3"/>
    <p:sldId id="363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64" r:id="rId14"/>
    <p:sldId id="375" r:id="rId15"/>
    <p:sldId id="378" r:id="rId16"/>
    <p:sldId id="379" r:id="rId17"/>
    <p:sldId id="376" r:id="rId18"/>
    <p:sldId id="380" r:id="rId19"/>
    <p:sldId id="381" r:id="rId20"/>
    <p:sldId id="377" r:id="rId21"/>
    <p:sldId id="382" r:id="rId22"/>
    <p:sldId id="383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F52A54-A2FD-44B3-A7DC-1E8734023A16}">
          <p14:sldIdLst>
            <p14:sldId id="256"/>
            <p14:sldId id="362"/>
            <p14:sldId id="363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64"/>
            <p14:sldId id="375"/>
            <p14:sldId id="378"/>
            <p14:sldId id="379"/>
            <p14:sldId id="376"/>
            <p14:sldId id="380"/>
            <p14:sldId id="381"/>
            <p14:sldId id="377"/>
            <p14:sldId id="382"/>
            <p14:sldId id="3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66" autoAdjust="0"/>
  </p:normalViewPr>
  <p:slideViewPr>
    <p:cSldViewPr>
      <p:cViewPr varScale="1">
        <p:scale>
          <a:sx n="99" d="100"/>
          <a:sy n="99" d="100"/>
        </p:scale>
        <p:origin x="2532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9376" y="1412777"/>
            <a:ext cx="11017224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dirty="0"/>
              <a:t>Estruturas Decisão e Repetição - Atividade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4734272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Decisão</a:t>
            </a:r>
          </a:p>
        </p:txBody>
      </p:sp>
    </p:spTree>
    <p:extLst>
      <p:ext uri="{BB962C8B-B14F-4D97-AF65-F5344CB8AC3E}">
        <p14:creationId xmlns:p14="http://schemas.microsoft.com/office/powerpoint/2010/main" val="364548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Decisão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51384" y="1988840"/>
            <a:ext cx="1116124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O que é uma Estrutura de Decisão?</a:t>
            </a:r>
          </a:p>
          <a:p>
            <a:pPr lvl="1" algn="just"/>
            <a:r>
              <a:rPr lang="pt-BR" sz="2400" dirty="0"/>
              <a:t>É uma estrutura o qual você pode definir </a:t>
            </a:r>
            <a:r>
              <a:rPr lang="pt-BR" sz="2400" u="sng" dirty="0"/>
              <a:t>qual</a:t>
            </a:r>
            <a:r>
              <a:rPr lang="pt-BR" sz="2400" dirty="0"/>
              <a:t> trecho de </a:t>
            </a:r>
            <a:r>
              <a:rPr lang="pt-BR" sz="2400" u="sng" dirty="0"/>
              <a:t>código</a:t>
            </a:r>
            <a:r>
              <a:rPr lang="pt-BR" sz="2400" dirty="0"/>
              <a:t> </a:t>
            </a:r>
            <a:r>
              <a:rPr lang="pt-BR" sz="2400" u="sng" dirty="0"/>
              <a:t>será ou não executado</a:t>
            </a:r>
            <a:r>
              <a:rPr lang="pt-BR" sz="2400" dirty="0"/>
              <a:t> baseado em uma </a:t>
            </a:r>
            <a:r>
              <a:rPr lang="pt-BR" sz="2400" u="sng" dirty="0"/>
              <a:t>condição</a:t>
            </a:r>
            <a:r>
              <a:rPr lang="pt-BR" sz="2400" dirty="0"/>
              <a:t>. </a:t>
            </a:r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400" dirty="0"/>
              <a:t>Quais são as Estruturas de Decisão que temos na programação em C?</a:t>
            </a:r>
          </a:p>
          <a:p>
            <a:pPr lvl="1" algn="just"/>
            <a:r>
              <a:rPr lang="pt-BR" sz="2800" dirty="0"/>
              <a:t>IF</a:t>
            </a:r>
          </a:p>
          <a:p>
            <a:pPr lvl="1" algn="just"/>
            <a:r>
              <a:rPr lang="pt-BR" sz="2800" dirty="0"/>
              <a:t>Operador Ternário</a:t>
            </a:r>
          </a:p>
          <a:p>
            <a:pPr lvl="1" algn="just"/>
            <a:r>
              <a:rPr lang="pt-BR" sz="2800" dirty="0"/>
              <a:t>Switch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862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Decisão - IF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988840"/>
            <a:ext cx="960120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Qual a Sintaxe do IF?</a:t>
            </a:r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1950391" y="2455475"/>
            <a:ext cx="3497537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//Código caso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tângulo 5"/>
          <p:cNvSpPr/>
          <p:nvPr/>
        </p:nvSpPr>
        <p:spPr>
          <a:xfrm>
            <a:off x="5750304" y="2317908"/>
            <a:ext cx="4917696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//Código caso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//Código opcional caso condição seja falsa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tângulo 6"/>
          <p:cNvSpPr/>
          <p:nvPr/>
        </p:nvSpPr>
        <p:spPr>
          <a:xfrm>
            <a:off x="1790947" y="4438159"/>
            <a:ext cx="8610106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//Código caso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(CONDICAO2)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//Código caso condição2 seja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//Código opcional caso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nenhuam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condição seja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357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- 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1988840"/>
            <a:ext cx="11305256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Crie um algoritmo que recebe um </a:t>
            </a:r>
            <a:r>
              <a:rPr lang="pt-BR" sz="2400" dirty="0" err="1"/>
              <a:t>login</a:t>
            </a:r>
            <a:r>
              <a:rPr lang="pt-BR" sz="2400" dirty="0"/>
              <a:t> e senha digitado pelo usuário e verifique se o </a:t>
            </a:r>
            <a:r>
              <a:rPr lang="pt-BR" sz="2400" dirty="0" err="1"/>
              <a:t>login</a:t>
            </a:r>
            <a:r>
              <a:rPr lang="pt-BR" sz="2400" dirty="0"/>
              <a:t> (</a:t>
            </a:r>
            <a:r>
              <a:rPr lang="pt-BR" sz="2400" dirty="0" err="1"/>
              <a:t>string</a:t>
            </a:r>
            <a:r>
              <a:rPr lang="pt-BR" sz="2400" dirty="0"/>
              <a:t>) e a senha (</a:t>
            </a:r>
            <a:r>
              <a:rPr lang="pt-BR" sz="2400" dirty="0" err="1"/>
              <a:t>string</a:t>
            </a:r>
            <a:r>
              <a:rPr lang="pt-BR" sz="2400" dirty="0"/>
              <a:t>) informado por um usuário é valida.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Use a função </a:t>
            </a:r>
            <a:r>
              <a:rPr lang="pt-BR" sz="2400" u="sng" dirty="0" err="1"/>
              <a:t>strcmp</a:t>
            </a:r>
            <a:r>
              <a:rPr lang="pt-BR" sz="2400" dirty="0"/>
              <a:t> para verificar se tanto o </a:t>
            </a:r>
            <a:r>
              <a:rPr lang="pt-BR" sz="2400" dirty="0" err="1"/>
              <a:t>login</a:t>
            </a:r>
            <a:r>
              <a:rPr lang="pt-BR" sz="2400" dirty="0"/>
              <a:t> quanto senha são “</a:t>
            </a:r>
            <a:r>
              <a:rPr lang="pt-BR" sz="2400" dirty="0" err="1"/>
              <a:t>admin</a:t>
            </a:r>
            <a:r>
              <a:rPr lang="pt-BR" sz="2400" dirty="0"/>
              <a:t>”.</a:t>
            </a:r>
          </a:p>
          <a:p>
            <a:pPr algn="just"/>
            <a:endParaRPr lang="pt-BR" sz="2400" dirty="0"/>
          </a:p>
          <a:p>
            <a:pPr algn="just"/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64742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 - 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88840"/>
            <a:ext cx="822960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Código:</a:t>
            </a:r>
          </a:p>
          <a:p>
            <a:pPr algn="just"/>
            <a:endParaRPr lang="pt-BR" sz="2400" dirty="0"/>
          </a:p>
          <a:p>
            <a:pPr algn="just"/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981200" y="2410242"/>
            <a:ext cx="8579296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login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], senha[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login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login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uma senha: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senha);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login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admin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(senha,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admin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Login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válido"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Login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inválido"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829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Ternário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88840"/>
            <a:ext cx="822960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O Operador </a:t>
            </a:r>
            <a:r>
              <a:rPr lang="pt-BR" sz="2400" u="sng" dirty="0"/>
              <a:t>Ternário</a:t>
            </a:r>
            <a:r>
              <a:rPr lang="pt-BR" sz="2400" dirty="0"/>
              <a:t> é composto por </a:t>
            </a:r>
            <a:r>
              <a:rPr lang="pt-BR" sz="2400" u="sng" dirty="0"/>
              <a:t>três partes:</a:t>
            </a:r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r>
              <a:rPr lang="pt-BR" sz="2400" dirty="0"/>
              <a:t>Qual código abaixo é inválido no Operador Ternário?</a:t>
            </a:r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927648" y="2686308"/>
            <a:ext cx="684076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(CONDICAO ? CODIGO CASO VERDADE : CODIGO CASO FALSO);</a:t>
            </a:r>
          </a:p>
        </p:txBody>
      </p:sp>
      <p:sp>
        <p:nvSpPr>
          <p:cNvPr id="8" name="Retângulo 7"/>
          <p:cNvSpPr/>
          <p:nvPr/>
        </p:nvSpPr>
        <p:spPr>
          <a:xfrm>
            <a:off x="2351584" y="4423421"/>
            <a:ext cx="626418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valor += (valor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?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: -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valor = (valor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? valor +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: valor -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? valor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: valor -=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? valor++ : valor--);</a:t>
            </a:r>
          </a:p>
        </p:txBody>
      </p:sp>
      <p:sp>
        <p:nvSpPr>
          <p:cNvPr id="9" name="Retângulo Arredondado 8"/>
          <p:cNvSpPr/>
          <p:nvPr/>
        </p:nvSpPr>
        <p:spPr>
          <a:xfrm>
            <a:off x="2351584" y="5013176"/>
            <a:ext cx="5400600" cy="28803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469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Ternário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07368" y="1988840"/>
            <a:ext cx="11377264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Crie um algoritmo que receba um valor inteiro e informe se ele é múltiplo de 3, usando operador ternário. </a:t>
            </a:r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1631504" y="3255148"/>
            <a:ext cx="892899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&amp;valor);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(valor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multiplo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"Não é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multiplo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629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88840"/>
            <a:ext cx="822960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Qual é a sintaxe do Switch?</a:t>
            </a:r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</p:txBody>
      </p:sp>
      <p:sp>
        <p:nvSpPr>
          <p:cNvPr id="5" name="Retângulo 4"/>
          <p:cNvSpPr/>
          <p:nvPr/>
        </p:nvSpPr>
        <p:spPr>
          <a:xfrm>
            <a:off x="2783632" y="2420888"/>
            <a:ext cx="511256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opc1: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	//executa o código da opção 1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opc2: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//executa o código da opção 2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default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//executa o código opcional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732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1988840"/>
            <a:ext cx="11305256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Qual o papel do default?</a:t>
            </a:r>
          </a:p>
          <a:p>
            <a:pPr lvl="1" algn="just"/>
            <a:r>
              <a:rPr lang="pt-BR" sz="2200" dirty="0"/>
              <a:t>Caso a variável não possua nenhum valor informado nos cases, então executa um comando padrão (default).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Qual o papel do break?</a:t>
            </a:r>
          </a:p>
          <a:p>
            <a:pPr lvl="1" algn="just"/>
            <a:r>
              <a:rPr lang="pt-BR" sz="2200" dirty="0"/>
              <a:t>Para o código, caso ele entre em um caso, evitando que ele execute as próximas condições.</a:t>
            </a:r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</p:txBody>
      </p:sp>
    </p:spTree>
    <p:extLst>
      <p:ext uri="{BB962C8B-B14F-4D97-AF65-F5344CB8AC3E}">
        <p14:creationId xmlns:p14="http://schemas.microsoft.com/office/powerpoint/2010/main" val="127797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88840"/>
            <a:ext cx="822960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Crie um algoritmo que solicite 2 valores inteiros.</a:t>
            </a:r>
          </a:p>
          <a:p>
            <a:pPr algn="just"/>
            <a:r>
              <a:rPr lang="pt-BR" sz="2400" dirty="0"/>
              <a:t>Em seguida solicite uma opção, sendo:</a:t>
            </a:r>
          </a:p>
          <a:p>
            <a:pPr marL="411480" lvl="1" indent="0" algn="just">
              <a:buNone/>
            </a:pPr>
            <a:r>
              <a:rPr lang="pt-BR" sz="2000" dirty="0"/>
              <a:t>1 –Exibe a Soma os dois valores</a:t>
            </a:r>
          </a:p>
          <a:p>
            <a:pPr marL="411480" lvl="1" indent="0" algn="just">
              <a:buNone/>
            </a:pPr>
            <a:r>
              <a:rPr lang="pt-BR" sz="2000" dirty="0"/>
              <a:t>2 –Exibe a Subtração do primeiro valor pelo segundo</a:t>
            </a:r>
          </a:p>
          <a:p>
            <a:pPr marL="411480" lvl="1" indent="0" algn="just">
              <a:buNone/>
            </a:pPr>
            <a:r>
              <a:rPr lang="pt-BR" sz="2000" dirty="0"/>
              <a:t>3 – Exiba a multiplicação dos dois números. </a:t>
            </a:r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16" y="3861049"/>
            <a:ext cx="35623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40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88840"/>
            <a:ext cx="822960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Código:</a:t>
            </a:r>
            <a:endParaRPr lang="pt-BR" sz="2000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  <a:p>
            <a:pPr algn="just"/>
            <a:endParaRPr lang="pt-BR" sz="2400" u="sng" dirty="0"/>
          </a:p>
        </p:txBody>
      </p:sp>
      <p:sp>
        <p:nvSpPr>
          <p:cNvPr id="5" name="Retângulo 4"/>
          <p:cNvSpPr/>
          <p:nvPr/>
        </p:nvSpPr>
        <p:spPr>
          <a:xfrm>
            <a:off x="1981200" y="1676330"/>
            <a:ext cx="8363272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valor1, valor2,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valor: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&amp;valor1);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outro valor: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&amp;valor2);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opção: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 1 - Soma \n 2 - Subtração \n 3 - Multiplicação\n"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opc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valor1+valor2);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valor1-valor2);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valor1*valor2);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465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4734272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Repetição</a:t>
            </a:r>
          </a:p>
        </p:txBody>
      </p:sp>
    </p:spTree>
    <p:extLst>
      <p:ext uri="{BB962C8B-B14F-4D97-AF65-F5344CB8AC3E}">
        <p14:creationId xmlns:p14="http://schemas.microsoft.com/office/powerpoint/2010/main" val="322351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Decisão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988840"/>
            <a:ext cx="11319048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O que é uma Estrutura de Repetição?</a:t>
            </a:r>
          </a:p>
          <a:p>
            <a:pPr lvl="1" algn="just"/>
            <a:r>
              <a:rPr lang="pt-BR" sz="2400" dirty="0"/>
              <a:t>É uma estrutura o qual pode definir que um trecho de código repita uma quantidade de vezes.</a:t>
            </a:r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400" dirty="0"/>
              <a:t>Quais são as Estruturas de Repetição que temos na programação em C?</a:t>
            </a:r>
          </a:p>
          <a:p>
            <a:pPr lvl="1" algn="just"/>
            <a:r>
              <a:rPr lang="pt-BR" sz="2800" dirty="0"/>
              <a:t>FOR</a:t>
            </a:r>
          </a:p>
          <a:p>
            <a:pPr lvl="1" algn="just"/>
            <a:r>
              <a:rPr lang="pt-BR" sz="2800" dirty="0"/>
              <a:t>WHILE</a:t>
            </a:r>
          </a:p>
          <a:p>
            <a:pPr lvl="1" algn="just"/>
            <a:r>
              <a:rPr lang="pt-BR" sz="2800" dirty="0"/>
              <a:t>DO...WHILE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15101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Decisão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07368" y="1988840"/>
            <a:ext cx="11449272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Quando usar o FOR ou o WHILE/DO...WHILE?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FOR é usado para uma quantidade </a:t>
            </a:r>
            <a:r>
              <a:rPr lang="pt-BR" sz="2400" u="sng" dirty="0"/>
              <a:t>DETERMINADA</a:t>
            </a:r>
            <a:r>
              <a:rPr lang="pt-BR" sz="2400" dirty="0"/>
              <a:t> de vezes que um código deve repetir.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 WHILE e DO...WHILE uma quantidade </a:t>
            </a:r>
            <a:r>
              <a:rPr lang="pt-BR" sz="2400" u="sng" dirty="0"/>
              <a:t>INDETERMINADA </a:t>
            </a:r>
            <a:r>
              <a:rPr lang="pt-BR" sz="2400" dirty="0"/>
              <a:t>(Você não sabe ao certo quantas vezes vai repedir, vai depender de uma condição).</a:t>
            </a:r>
            <a:endParaRPr lang="pt-BR" sz="2400" u="sng" dirty="0"/>
          </a:p>
          <a:p>
            <a:pPr algn="just"/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81676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Decisão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1988840"/>
            <a:ext cx="11377264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Qual a diferença do </a:t>
            </a:r>
            <a:r>
              <a:rPr lang="pt-BR" sz="2400" dirty="0" err="1"/>
              <a:t>While</a:t>
            </a:r>
            <a:r>
              <a:rPr lang="pt-BR" sz="2400" dirty="0"/>
              <a:t> e Do...</a:t>
            </a:r>
            <a:r>
              <a:rPr lang="pt-BR" sz="2400" dirty="0" err="1"/>
              <a:t>While</a:t>
            </a:r>
            <a:r>
              <a:rPr lang="pt-BR" sz="2400" dirty="0"/>
              <a:t>?</a:t>
            </a:r>
          </a:p>
          <a:p>
            <a:pPr lvl="1" algn="just"/>
            <a:endParaRPr lang="pt-BR" sz="2200" dirty="0"/>
          </a:p>
          <a:p>
            <a:pPr lvl="1" algn="just"/>
            <a:r>
              <a:rPr lang="pt-BR" sz="2200" dirty="0"/>
              <a:t>O Do...</a:t>
            </a:r>
            <a:r>
              <a:rPr lang="pt-BR" sz="2200" dirty="0" err="1"/>
              <a:t>While</a:t>
            </a:r>
            <a:r>
              <a:rPr lang="pt-BR" sz="2200" dirty="0"/>
              <a:t> garante que o código irá executar pelo menos uma vez, antes de repetir.</a:t>
            </a:r>
          </a:p>
          <a:p>
            <a:pPr lvl="1" algn="just"/>
            <a:endParaRPr lang="pt-BR" sz="2200" dirty="0"/>
          </a:p>
          <a:p>
            <a:pPr lvl="1" algn="just"/>
            <a:r>
              <a:rPr lang="pt-BR" sz="2200" dirty="0"/>
              <a:t>Enquanto o </a:t>
            </a:r>
            <a:r>
              <a:rPr lang="pt-BR" sz="2200" dirty="0" err="1"/>
              <a:t>While</a:t>
            </a:r>
            <a:r>
              <a:rPr lang="pt-BR" sz="2200" dirty="0"/>
              <a:t> garante que o código só irá executar caso já passe por uma condição.</a:t>
            </a:r>
            <a:r>
              <a:rPr lang="pt-BR" sz="2200" u="sng" dirty="0"/>
              <a:t> </a:t>
            </a:r>
          </a:p>
          <a:p>
            <a:pPr algn="just"/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1559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Repetição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88840"/>
            <a:ext cx="822960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Como é a Sintaxe do FOR?</a:t>
            </a:r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981200" y="2593975"/>
            <a:ext cx="828092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(CONFIG INICIAL; CONDICAO REPETIÇÃO;FIM DE CADA ITERAÇÃO)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//Código que será repetido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975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Repetição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88840"/>
            <a:ext cx="822960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Como é a Sintaxe do WHILE?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E do DO...WHILE?</a:t>
            </a:r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423592" y="2593975"/>
            <a:ext cx="433082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 REPETIÇÃO)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//Código que será repetido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tângulo 4"/>
          <p:cNvSpPr/>
          <p:nvPr/>
        </p:nvSpPr>
        <p:spPr>
          <a:xfrm>
            <a:off x="2423592" y="4581128"/>
            <a:ext cx="433082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//Código que será repetido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 REPETIÇÃO) </a:t>
            </a:r>
          </a:p>
        </p:txBody>
      </p:sp>
    </p:spTree>
    <p:extLst>
      <p:ext uri="{BB962C8B-B14F-4D97-AF65-F5344CB8AC3E}">
        <p14:creationId xmlns:p14="http://schemas.microsoft.com/office/powerpoint/2010/main" val="332515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Repetição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988840"/>
            <a:ext cx="8229600" cy="486916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Qual valor será exibido ao rodar o código abaixo: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8</a:t>
            </a:r>
            <a:endParaRPr lang="pt-BR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4511824" y="2502575"/>
            <a:ext cx="2736304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valor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valor /=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(valor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valor);</a:t>
            </a:r>
          </a:p>
        </p:txBody>
      </p:sp>
    </p:spTree>
    <p:extLst>
      <p:ext uri="{BB962C8B-B14F-4D97-AF65-F5344CB8AC3E}">
        <p14:creationId xmlns:p14="http://schemas.microsoft.com/office/powerpoint/2010/main" val="354821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Break e Continue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09800"/>
            <a:ext cx="10972800" cy="438755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Qual é o Papel do Break e do Continue em uma Estrutura de Repetição?</a:t>
            </a:r>
          </a:p>
          <a:p>
            <a:pPr algn="just"/>
            <a:endParaRPr lang="pt-BR" sz="2000" dirty="0"/>
          </a:p>
          <a:p>
            <a:pPr lvl="1" algn="just"/>
            <a:r>
              <a:rPr lang="pt-BR" sz="2200" dirty="0"/>
              <a:t>Break -&gt; Sai imediatamente da estrutura de Repetição</a:t>
            </a:r>
          </a:p>
          <a:p>
            <a:pPr lvl="1" algn="just"/>
            <a:endParaRPr lang="pt-BR" sz="2200" dirty="0"/>
          </a:p>
          <a:p>
            <a:pPr lvl="1" algn="just"/>
            <a:r>
              <a:rPr lang="pt-BR" sz="2200" dirty="0"/>
              <a:t>Continue -&gt; Pula para o final da repetição, voltando a sua checagem (Ou no caso do FOR para a iteração e depois a condição)</a:t>
            </a:r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37092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3163416"/>
            <a:ext cx="8229600" cy="343393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deve calcular a média de 5 equipes.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Sendo que a média da equipe é composta pela pontuação de 2 membros.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No fim, exiba quantas equipes possuem media acima de 7 pontos. 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4" y="0"/>
            <a:ext cx="5672062" cy="316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4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09800"/>
            <a:ext cx="8229600" cy="438755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1775520" y="764704"/>
            <a:ext cx="8640960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equipes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nota1, nota2, media;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a pontuação do primeiro membro: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&amp;nota1);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a pontuação do segundo membro: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&amp;nota2);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media = (nota1 + nota2)/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(media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 equipes++;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 equipes possuem média acima de 7 pontos"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equipes);</a:t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708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7CA910-8666-4DC4-BBEA-087ECE4C8D76}"/>
</file>

<file path=customXml/itemProps2.xml><?xml version="1.0" encoding="utf-8"?>
<ds:datastoreItem xmlns:ds="http://schemas.openxmlformats.org/officeDocument/2006/customXml" ds:itemID="{9A043002-65B6-4FDD-9C66-3C3E0C2A6037}"/>
</file>

<file path=customXml/itemProps3.xml><?xml version="1.0" encoding="utf-8"?>
<ds:datastoreItem xmlns:ds="http://schemas.openxmlformats.org/officeDocument/2006/customXml" ds:itemID="{9D6FCCB4-BBDA-41A8-B797-FA08253927B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2522</TotalTime>
  <Words>1262</Words>
  <Application>Microsoft Office PowerPoint</Application>
  <PresentationFormat>Widescreen</PresentationFormat>
  <Paragraphs>247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Estruturas Decisão e Repetição - Atividade</vt:lpstr>
      <vt:lpstr>Estrutura de Decisão</vt:lpstr>
      <vt:lpstr>Estrutura de Decisão</vt:lpstr>
      <vt:lpstr>Estrutura de Decisão - IF</vt:lpstr>
      <vt:lpstr>IF - Prática</vt:lpstr>
      <vt:lpstr>IF - Prática</vt:lpstr>
      <vt:lpstr>Operador Ternário</vt:lpstr>
      <vt:lpstr>Operador Ternário</vt:lpstr>
      <vt:lpstr>Switch</vt:lpstr>
      <vt:lpstr>Switch</vt:lpstr>
      <vt:lpstr>Switch - Prática</vt:lpstr>
      <vt:lpstr>Switch - Prática</vt:lpstr>
      <vt:lpstr>Estrutura de Repetição</vt:lpstr>
      <vt:lpstr>Estrutura de Decisão</vt:lpstr>
      <vt:lpstr>Estrutura de Decisão</vt:lpstr>
      <vt:lpstr>Estrutura de Decisão</vt:lpstr>
      <vt:lpstr>Estrutura de Repetição</vt:lpstr>
      <vt:lpstr>Estrutura de Repetição</vt:lpstr>
      <vt:lpstr>Estrutura de Repetição</vt:lpstr>
      <vt:lpstr>Break e Continue</vt:lpstr>
      <vt:lpstr>Praticando</vt:lpstr>
      <vt:lpstr>Praticando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326</cp:revision>
  <dcterms:created xsi:type="dcterms:W3CDTF">2017-03-10T13:05:03Z</dcterms:created>
  <dcterms:modified xsi:type="dcterms:W3CDTF">2024-12-05T13:59:26Z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