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6" r:id="rId2"/>
    <p:sldId id="362" r:id="rId3"/>
    <p:sldId id="381" r:id="rId4"/>
    <p:sldId id="364" r:id="rId5"/>
    <p:sldId id="365" r:id="rId6"/>
    <p:sldId id="366" r:id="rId7"/>
    <p:sldId id="367" r:id="rId8"/>
    <p:sldId id="382" r:id="rId9"/>
    <p:sldId id="383" r:id="rId10"/>
    <p:sldId id="368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F52A54-A2FD-44B3-A7DC-1E8734023A16}">
          <p14:sldIdLst>
            <p14:sldId id="256"/>
            <p14:sldId id="362"/>
            <p14:sldId id="381"/>
            <p14:sldId id="364"/>
            <p14:sldId id="365"/>
            <p14:sldId id="366"/>
            <p14:sldId id="367"/>
            <p14:sldId id="382"/>
            <p14:sldId id="383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66" autoAdjust="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85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01/04/2019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2187674"/>
          </a:xfrm>
        </p:spPr>
        <p:txBody>
          <a:bodyPr>
            <a:noAutofit/>
          </a:bodyPr>
          <a:lstStyle/>
          <a:p>
            <a:r>
              <a:rPr lang="pt-BR" sz="6000" dirty="0" smtClean="0"/>
              <a:t>Algoritmo</a:t>
            </a:r>
            <a:br>
              <a:rPr lang="pt-BR" sz="6000" dirty="0" smtClean="0"/>
            </a:br>
            <a:r>
              <a:rPr lang="pt-BR" dirty="0" smtClean="0"/>
              <a:t>Procedure - Atividade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5301208"/>
            <a:ext cx="6400800" cy="1104528"/>
          </a:xfrm>
        </p:spPr>
        <p:txBody>
          <a:bodyPr/>
          <a:lstStyle/>
          <a:p>
            <a:pPr algn="l"/>
            <a:r>
              <a:rPr lang="pt-BR" dirty="0" smtClean="0"/>
              <a:t>Professor: Carlos Alberto</a:t>
            </a:r>
          </a:p>
          <a:p>
            <a:pPr algn="l"/>
            <a:r>
              <a:rPr lang="pt-BR" dirty="0" err="1" smtClean="0"/>
              <a:t>Email</a:t>
            </a:r>
            <a:r>
              <a:rPr lang="pt-BR" dirty="0" smtClean="0"/>
              <a:t>: carloswgama@gmail.com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86916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000" dirty="0" smtClean="0"/>
              <a:t>Crie um algoritmo que exiba o menu </a:t>
            </a:r>
            <a:r>
              <a:rPr lang="pt-BR" sz="2000" dirty="0" smtClean="0"/>
              <a:t>abaixo (Não precisa de Procedure até aqui): </a:t>
            </a:r>
            <a:endParaRPr lang="pt-BR" sz="2000" dirty="0" smtClean="0"/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2000" dirty="0"/>
          </a:p>
          <a:p>
            <a:pPr algn="just"/>
            <a:endParaRPr lang="pt-BR" sz="2000" dirty="0" smtClean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 smtClean="0"/>
          </a:p>
          <a:p>
            <a:pPr algn="just"/>
            <a:r>
              <a:rPr lang="pt-BR" sz="2000" dirty="0" smtClean="0"/>
              <a:t>Solicite que o usuário digite uma opção.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Enquanto o usuário não digitar o numero 4, continue exibindo essa tela.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Opcionalmente pode usar </a:t>
            </a:r>
            <a:r>
              <a:rPr lang="pt-BR" sz="2000" u="sng" dirty="0" smtClean="0"/>
              <a:t>system(“</a:t>
            </a:r>
            <a:r>
              <a:rPr lang="pt-BR" sz="2000" u="sng" dirty="0" err="1" smtClean="0"/>
              <a:t>cls</a:t>
            </a:r>
            <a:r>
              <a:rPr lang="pt-BR" sz="2000" u="sng" dirty="0" smtClean="0"/>
              <a:t>”);</a:t>
            </a:r>
            <a:r>
              <a:rPr lang="pt-BR" sz="2000" dirty="0" smtClean="0"/>
              <a:t> para limpar a tela a cada repetição.</a:t>
            </a:r>
            <a:endParaRPr lang="pt-BR" sz="1800" dirty="0"/>
          </a:p>
          <a:p>
            <a:pPr algn="just"/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2420888"/>
            <a:ext cx="34385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8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02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648200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Crie uma </a:t>
            </a:r>
            <a:r>
              <a:rPr lang="pt-BR" sz="2000" b="1" dirty="0" smtClean="0"/>
              <a:t>função</a:t>
            </a:r>
            <a:r>
              <a:rPr lang="pt-BR" sz="2000" dirty="0" smtClean="0"/>
              <a:t> </a:t>
            </a:r>
            <a:r>
              <a:rPr lang="pt-BR" sz="2000" u="sng" dirty="0" smtClean="0"/>
              <a:t>absoluto,</a:t>
            </a:r>
            <a:r>
              <a:rPr lang="pt-BR" sz="2000" dirty="0" smtClean="0"/>
              <a:t> que deve receber um valor inteiro qualquer e retornar seu valor absoluto.</a:t>
            </a:r>
            <a:endParaRPr lang="pt-BR" sz="2000" u="sng" dirty="0" smtClean="0"/>
          </a:p>
          <a:p>
            <a:pPr algn="just"/>
            <a:endParaRPr lang="pt-BR" sz="1800" dirty="0" smtClean="0"/>
          </a:p>
          <a:p>
            <a:pPr algn="just"/>
            <a:endParaRPr lang="pt-BR" sz="1800" dirty="0"/>
          </a:p>
          <a:p>
            <a:pPr algn="just"/>
            <a:r>
              <a:rPr lang="pt-BR" sz="2000" dirty="0" smtClean="0"/>
              <a:t>Ou seja, se receber -50, deve exibir 50. Se recebeu 50, deve exibir ainda 50. </a:t>
            </a:r>
            <a:endParaRPr lang="pt-BR" sz="2000" dirty="0"/>
          </a:p>
          <a:p>
            <a:pPr algn="just"/>
            <a:endParaRPr lang="pt-BR" sz="2000" dirty="0" smtClean="0"/>
          </a:p>
        </p:txBody>
      </p:sp>
    </p:spTree>
    <p:extLst>
      <p:ext uri="{BB962C8B-B14F-4D97-AF65-F5344CB8AC3E}">
        <p14:creationId xmlns:p14="http://schemas.microsoft.com/office/powerpoint/2010/main" val="124131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Informação EXTRA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648200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Uma variável criada dentro de um método, só irá existir dentro daquele naquele método. </a:t>
            </a:r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4" name="Retângulo 3"/>
          <p:cNvSpPr/>
          <p:nvPr/>
        </p:nvSpPr>
        <p:spPr>
          <a:xfrm>
            <a:off x="1187624" y="3068960"/>
            <a:ext cx="257403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procedure()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58815" y="3564403"/>
            <a:ext cx="442798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São variáveis diferentes. Cada uma pode ter um valor distinto.</a:t>
            </a:r>
            <a:endParaRPr lang="pt-BR" dirty="0"/>
          </a:p>
        </p:txBody>
      </p:sp>
      <p:sp>
        <p:nvSpPr>
          <p:cNvPr id="7" name="Retângulo Arredondado 6"/>
          <p:cNvSpPr/>
          <p:nvPr/>
        </p:nvSpPr>
        <p:spPr>
          <a:xfrm>
            <a:off x="2123728" y="3420616"/>
            <a:ext cx="936104" cy="296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Arredondado 7"/>
          <p:cNvSpPr/>
          <p:nvPr/>
        </p:nvSpPr>
        <p:spPr>
          <a:xfrm>
            <a:off x="2123728" y="4509120"/>
            <a:ext cx="936104" cy="296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84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Informação EXTRA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648200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Mas é possível ter uma variável global que está presente em diferentes métodos.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Basta declará-la fora de </a:t>
            </a:r>
            <a:r>
              <a:rPr lang="pt-BR" sz="2000" dirty="0" smtClean="0"/>
              <a:t>métodos (inclusive fora do </a:t>
            </a:r>
            <a:r>
              <a:rPr lang="pt-BR" sz="2000" dirty="0" err="1" smtClean="0"/>
              <a:t>main</a:t>
            </a:r>
            <a:r>
              <a:rPr lang="pt-BR" sz="2000" dirty="0" smtClean="0"/>
              <a:t>()).</a:t>
            </a:r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sp>
        <p:nvSpPr>
          <p:cNvPr id="6" name="Retângulo 5"/>
          <p:cNvSpPr/>
          <p:nvPr/>
        </p:nvSpPr>
        <p:spPr>
          <a:xfrm>
            <a:off x="457200" y="3573016"/>
            <a:ext cx="303468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procedure()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n 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procedure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tângulo Arredondado 8"/>
          <p:cNvSpPr/>
          <p:nvPr/>
        </p:nvSpPr>
        <p:spPr>
          <a:xfrm>
            <a:off x="455820" y="3573016"/>
            <a:ext cx="936104" cy="296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Arredondado 9"/>
          <p:cNvSpPr/>
          <p:nvPr/>
        </p:nvSpPr>
        <p:spPr>
          <a:xfrm>
            <a:off x="931596" y="4404345"/>
            <a:ext cx="688076" cy="3414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Arredondado 10"/>
          <p:cNvSpPr/>
          <p:nvPr/>
        </p:nvSpPr>
        <p:spPr>
          <a:xfrm>
            <a:off x="942263" y="5517232"/>
            <a:ext cx="936104" cy="296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3707904" y="4081180"/>
            <a:ext cx="4427985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São a mesma variável global.</a:t>
            </a:r>
          </a:p>
          <a:p>
            <a:endParaRPr lang="pt-BR" dirty="0" smtClean="0"/>
          </a:p>
          <a:p>
            <a:r>
              <a:rPr lang="pt-BR" dirty="0" smtClean="0"/>
              <a:t>Logo o valor a ser exibido na tela será 1.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10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Crie uma variável </a:t>
            </a:r>
            <a:r>
              <a:rPr lang="pt-BR" sz="2000" u="sng" dirty="0" smtClean="0"/>
              <a:t>global</a:t>
            </a:r>
            <a:r>
              <a:rPr lang="pt-BR" sz="2000" dirty="0" smtClean="0"/>
              <a:t> com nome </a:t>
            </a:r>
            <a:r>
              <a:rPr lang="pt-BR" sz="2000" u="sng" dirty="0" smtClean="0"/>
              <a:t>saldo</a:t>
            </a:r>
            <a:r>
              <a:rPr lang="pt-BR" sz="2000" dirty="0" smtClean="0"/>
              <a:t> do tipo </a:t>
            </a:r>
            <a:r>
              <a:rPr lang="pt-BR" sz="2000" u="sng" dirty="0" err="1" smtClean="0"/>
              <a:t>float</a:t>
            </a:r>
            <a:r>
              <a:rPr lang="pt-BR" sz="2000" dirty="0" smtClean="0"/>
              <a:t> iniciado com </a:t>
            </a:r>
            <a:r>
              <a:rPr lang="pt-BR" sz="2000" u="sng" dirty="0" smtClean="0"/>
              <a:t>0</a:t>
            </a:r>
            <a:r>
              <a:rPr lang="pt-BR" sz="2000" dirty="0" smtClean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Crie uma procedure </a:t>
            </a:r>
            <a:r>
              <a:rPr lang="pt-BR" sz="2000" u="sng" dirty="0" smtClean="0"/>
              <a:t>deposito</a:t>
            </a:r>
            <a:r>
              <a:rPr lang="pt-BR" sz="2000" dirty="0" smtClean="0"/>
              <a:t> que deve solicitar ao usuário um </a:t>
            </a:r>
            <a:r>
              <a:rPr lang="pt-BR" sz="2000" u="sng" dirty="0" smtClean="0"/>
              <a:t>valor</a:t>
            </a:r>
            <a:r>
              <a:rPr lang="pt-BR" sz="2000" dirty="0" smtClean="0"/>
              <a:t> do tipo </a:t>
            </a:r>
            <a:r>
              <a:rPr lang="pt-BR" sz="2000" u="sng" dirty="0" err="1" smtClean="0"/>
              <a:t>float</a:t>
            </a:r>
            <a:r>
              <a:rPr lang="pt-BR" sz="2000" u="sng" dirty="0" smtClean="0"/>
              <a:t>.</a:t>
            </a:r>
          </a:p>
          <a:p>
            <a:pPr algn="just"/>
            <a:endParaRPr lang="pt-BR" sz="2000" u="sng" dirty="0"/>
          </a:p>
          <a:p>
            <a:pPr algn="just"/>
            <a:r>
              <a:rPr lang="pt-BR" sz="2000" dirty="0" smtClean="0"/>
              <a:t>Se o valor for </a:t>
            </a:r>
            <a:r>
              <a:rPr lang="pt-BR" sz="2000" u="sng" dirty="0" smtClean="0"/>
              <a:t>negativo</a:t>
            </a:r>
            <a:r>
              <a:rPr lang="pt-BR" sz="2000" dirty="0" smtClean="0"/>
              <a:t>, o torne positivo com sua função </a:t>
            </a:r>
            <a:r>
              <a:rPr lang="pt-BR" sz="2000" u="sng" dirty="0" smtClean="0"/>
              <a:t>absoluto</a:t>
            </a:r>
            <a:r>
              <a:rPr lang="pt-BR" sz="2000" dirty="0" smtClean="0"/>
              <a:t>(). Por fim </a:t>
            </a:r>
            <a:r>
              <a:rPr lang="pt-BR" sz="2000" u="sng" dirty="0" smtClean="0"/>
              <a:t>adicione</a:t>
            </a:r>
            <a:r>
              <a:rPr lang="pt-BR" sz="2000" dirty="0" smtClean="0"/>
              <a:t> </a:t>
            </a:r>
            <a:r>
              <a:rPr lang="pt-BR" sz="2000" dirty="0" smtClean="0"/>
              <a:t>o </a:t>
            </a:r>
            <a:r>
              <a:rPr lang="pt-BR" sz="2000" dirty="0" smtClean="0"/>
              <a:t>valor absoluto </a:t>
            </a:r>
            <a:r>
              <a:rPr lang="pt-BR" sz="2000" dirty="0" smtClean="0"/>
              <a:t>ao </a:t>
            </a:r>
            <a:r>
              <a:rPr lang="pt-BR" sz="2000" u="sng" dirty="0" smtClean="0"/>
              <a:t>saldo</a:t>
            </a:r>
            <a:r>
              <a:rPr lang="pt-BR" sz="2000" dirty="0" smtClean="0"/>
              <a:t>. E exiba a mensagem: </a:t>
            </a:r>
            <a:r>
              <a:rPr lang="pt-BR" sz="2000" u="sng" dirty="0" smtClean="0"/>
              <a:t>“</a:t>
            </a:r>
            <a:r>
              <a:rPr lang="pt-BR" sz="2000" u="sng" dirty="0" smtClean="0"/>
              <a:t>Deposito de R$X </a:t>
            </a:r>
            <a:r>
              <a:rPr lang="pt-BR" sz="2000" u="sng" dirty="0" smtClean="0"/>
              <a:t>realizado”</a:t>
            </a:r>
            <a:r>
              <a:rPr lang="pt-BR" sz="2000" dirty="0" smtClean="0"/>
              <a:t>.</a:t>
            </a:r>
          </a:p>
          <a:p>
            <a:pPr marL="109728" indent="0" algn="just">
              <a:buNone/>
            </a:pPr>
            <a:endParaRPr lang="pt-BR" sz="2000" dirty="0" smtClean="0"/>
          </a:p>
          <a:p>
            <a:pPr algn="just"/>
            <a:r>
              <a:rPr lang="pt-BR" sz="2000" dirty="0" smtClean="0"/>
              <a:t>Chame essa procedure no seu código principal caso a opção digitada seja o numero 1.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Pode usar o método </a:t>
            </a:r>
            <a:r>
              <a:rPr lang="pt-BR" sz="2000" u="sng" dirty="0" err="1" smtClean="0"/>
              <a:t>getch</a:t>
            </a:r>
            <a:r>
              <a:rPr lang="pt-BR" sz="2000" u="sng" dirty="0" smtClean="0"/>
              <a:t>()</a:t>
            </a:r>
            <a:r>
              <a:rPr lang="pt-BR" sz="2000" dirty="0" smtClean="0"/>
              <a:t>, para a tela aguardar o usuário clicar em algo antes de voltar ao menu principal. </a:t>
            </a:r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</p:spTree>
    <p:extLst>
      <p:ext uri="{BB962C8B-B14F-4D97-AF65-F5344CB8AC3E}">
        <p14:creationId xmlns:p14="http://schemas.microsoft.com/office/powerpoint/2010/main" val="28243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Exemplo:</a:t>
            </a:r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2708920"/>
            <a:ext cx="8858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2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Semelhante ao deposito, crie uma </a:t>
            </a:r>
            <a:r>
              <a:rPr lang="pt-BR" sz="2000" u="sng" dirty="0" smtClean="0"/>
              <a:t>procedure</a:t>
            </a:r>
            <a:r>
              <a:rPr lang="pt-BR" sz="2000" dirty="0" smtClean="0"/>
              <a:t> </a:t>
            </a:r>
            <a:r>
              <a:rPr lang="pt-BR" sz="2000" u="sng" dirty="0" smtClean="0"/>
              <a:t>saque()</a:t>
            </a:r>
            <a:r>
              <a:rPr lang="pt-BR" sz="2000" dirty="0" smtClean="0"/>
              <a:t>, que deve solicitar um valor a ser sacado. 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 smtClean="0"/>
              <a:t>Caso o </a:t>
            </a:r>
            <a:r>
              <a:rPr lang="pt-BR" sz="2000" u="sng" dirty="0" smtClean="0"/>
              <a:t>valor</a:t>
            </a:r>
            <a:r>
              <a:rPr lang="pt-BR" sz="2000" dirty="0" smtClean="0"/>
              <a:t> seja negative, recupere seu valor </a:t>
            </a:r>
            <a:r>
              <a:rPr lang="pt-BR" sz="2000" u="sng" dirty="0" smtClean="0"/>
              <a:t>absoluto</a:t>
            </a:r>
            <a:r>
              <a:rPr lang="pt-BR" sz="2000" dirty="0" smtClean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Caso o </a:t>
            </a:r>
            <a:r>
              <a:rPr lang="pt-BR" sz="2000" u="sng" dirty="0" smtClean="0"/>
              <a:t>valor</a:t>
            </a:r>
            <a:r>
              <a:rPr lang="pt-BR" sz="2000" dirty="0" smtClean="0"/>
              <a:t> seja maior que o </a:t>
            </a:r>
            <a:r>
              <a:rPr lang="pt-BR" sz="2000" u="sng" dirty="0" smtClean="0"/>
              <a:t>saldo</a:t>
            </a:r>
            <a:r>
              <a:rPr lang="pt-BR" sz="2000" dirty="0" smtClean="0"/>
              <a:t>, retorne a imagem  saldo insuficiente.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Caso </a:t>
            </a:r>
            <a:r>
              <a:rPr lang="pt-BR" sz="2000" u="sng" dirty="0" smtClean="0"/>
              <a:t>valor</a:t>
            </a:r>
            <a:r>
              <a:rPr lang="pt-BR" sz="2000" dirty="0" smtClean="0"/>
              <a:t> seja menor ou igual ao </a:t>
            </a:r>
            <a:r>
              <a:rPr lang="pt-BR" sz="2000" u="sng" dirty="0" smtClean="0"/>
              <a:t>saldo</a:t>
            </a:r>
            <a:r>
              <a:rPr lang="pt-BR" sz="2000" dirty="0" smtClean="0"/>
              <a:t>, retire esse valor do </a:t>
            </a:r>
            <a:r>
              <a:rPr lang="pt-BR" sz="2000" u="sng" dirty="0" smtClean="0"/>
              <a:t>saldo</a:t>
            </a:r>
            <a:r>
              <a:rPr lang="pt-BR" sz="2000" dirty="0" smtClean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Chame essa procedure caso o usuário digite a opção 2 no seu código principal</a:t>
            </a:r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</p:spTree>
    <p:extLst>
      <p:ext uri="{BB962C8B-B14F-4D97-AF65-F5344CB8AC3E}">
        <p14:creationId xmlns:p14="http://schemas.microsoft.com/office/powerpoint/2010/main" val="249319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Exemplo:</a:t>
            </a:r>
            <a:endParaRPr lang="pt-BR" sz="2000" dirty="0" smtClean="0"/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0" y="2564904"/>
            <a:ext cx="76009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9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</a:t>
            </a:r>
            <a:r>
              <a:rPr lang="pt-BR" dirty="0" smtClean="0"/>
              <a:t>05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 smtClean="0"/>
              <a:t>Crie uma procedure </a:t>
            </a:r>
            <a:r>
              <a:rPr lang="pt-BR" sz="2000" u="sng" dirty="0" smtClean="0"/>
              <a:t>extrato</a:t>
            </a:r>
            <a:r>
              <a:rPr lang="pt-BR" sz="2000" dirty="0" smtClean="0"/>
              <a:t>, que  deve exibir o saldo atual da pessoa.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Exiba essa procedure quando o usuário digitar a opção 3 </a:t>
            </a:r>
          </a:p>
          <a:p>
            <a:pPr algn="just"/>
            <a:endParaRPr lang="pt-BR" sz="1800" dirty="0"/>
          </a:p>
          <a:p>
            <a:pPr algn="just"/>
            <a:endParaRPr lang="pt-BR" sz="2000" dirty="0" smtClean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356992"/>
            <a:ext cx="5075063" cy="252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4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AA11A2-F928-4693-8CC3-A546A7EBBFF5}"/>
</file>

<file path=customXml/itemProps2.xml><?xml version="1.0" encoding="utf-8"?>
<ds:datastoreItem xmlns:ds="http://schemas.openxmlformats.org/officeDocument/2006/customXml" ds:itemID="{2B1BEF2C-6E21-482C-8DD0-225B0C5647B6}"/>
</file>

<file path=customXml/itemProps3.xml><?xml version="1.0" encoding="utf-8"?>
<ds:datastoreItem xmlns:ds="http://schemas.openxmlformats.org/officeDocument/2006/customXml" ds:itemID="{488245E0-5EF7-4455-B4F8-323D76E3799F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2281</TotalTime>
  <Words>398</Words>
  <Application>Microsoft Office PowerPoint</Application>
  <PresentationFormat>Apresentação na tela (4:3)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Calibri</vt:lpstr>
      <vt:lpstr>Consolas</vt:lpstr>
      <vt:lpstr>Georgia</vt:lpstr>
      <vt:lpstr>Trebuchet MS</vt:lpstr>
      <vt:lpstr>Wingdings 2</vt:lpstr>
      <vt:lpstr>Urbano</vt:lpstr>
      <vt:lpstr>Algoritmo Procedure - Atividade</vt:lpstr>
      <vt:lpstr>Questão 01</vt:lpstr>
      <vt:lpstr>Questão 02</vt:lpstr>
      <vt:lpstr>Informação EXTRA</vt:lpstr>
      <vt:lpstr>Informação EXTRA</vt:lpstr>
      <vt:lpstr>Questão 03</vt:lpstr>
      <vt:lpstr>Questão 03</vt:lpstr>
      <vt:lpstr>Questão 04</vt:lpstr>
      <vt:lpstr>Questão 04</vt:lpstr>
      <vt:lpstr>Questão 05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292</cp:revision>
  <dcterms:created xsi:type="dcterms:W3CDTF">2017-03-10T13:05:03Z</dcterms:created>
  <dcterms:modified xsi:type="dcterms:W3CDTF">2019-04-01T17:37:44Z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