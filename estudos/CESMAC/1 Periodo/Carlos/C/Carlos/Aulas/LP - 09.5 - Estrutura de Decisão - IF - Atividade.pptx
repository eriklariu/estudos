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345" r:id="rId3"/>
    <p:sldId id="347" r:id="rId4"/>
    <p:sldId id="346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24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tângulo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tângulo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tângulo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tângulo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tângulo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tângulo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tângulo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tângulo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tângulo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tângulo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tângulo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tângulo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207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FA5CDBA-C1BC-2909-3D53-258926BE76A0}"/>
              </a:ext>
            </a:extLst>
          </p:cNvPr>
          <p:cNvSpPr>
            <a:spLocks noGrp="1"/>
          </p:cNvSpPr>
          <p:nvPr/>
        </p:nvSpPr>
        <p:spPr>
          <a:xfrm>
            <a:off x="925216" y="665261"/>
            <a:ext cx="10657184" cy="2763739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/>
              <a:t>Laboratório de Programação I</a:t>
            </a:r>
            <a:r>
              <a:rPr lang="pt-BR" sz="5400" dirty="0"/>
              <a:t> </a:t>
            </a:r>
            <a:r>
              <a:rPr lang="pt-BR" dirty="0"/>
              <a:t>Estrutura de Decisão - IF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986524"/>
            <a:ext cx="10814992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que é uma Estrutura de Decisão?</a:t>
            </a:r>
          </a:p>
          <a:p>
            <a:pPr lvl="1" algn="just"/>
            <a:r>
              <a:rPr lang="pt-BR" sz="2000" dirty="0"/>
              <a:t>É uma estrutura que dependendo do valor, pode levar nosso código a seguir um fluxo diferente.</a:t>
            </a:r>
          </a:p>
          <a:p>
            <a:pPr lvl="1" algn="just"/>
            <a:endParaRPr lang="pt-BR" sz="2000" dirty="0"/>
          </a:p>
          <a:p>
            <a:pPr algn="just"/>
            <a:r>
              <a:rPr lang="pt-BR" sz="1800" dirty="0"/>
              <a:t>Qual a sintaxe do IF?</a:t>
            </a:r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596008" y="3660553"/>
            <a:ext cx="2627784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>
                <a:solidFill>
                  <a:srgbClr val="008000"/>
                </a:solidFill>
                <a:latin typeface="Consolas" panose="020B0609020204030204" pitchFamily="49" charset="0"/>
              </a:rPr>
              <a:t>//Executa caso condição seja verdade</a:t>
            </a:r>
            <a:endParaRPr lang="pt-BR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382616" y="3665337"/>
            <a:ext cx="2649488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//executa caso condição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//executa caso condição não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/>
          <p:cNvSpPr/>
          <p:nvPr/>
        </p:nvSpPr>
        <p:spPr>
          <a:xfrm>
            <a:off x="7320136" y="3660553"/>
            <a:ext cx="3168352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(CONDICAO1)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//executa caso condição 1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(CONDICAO2)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//executa caso condição 2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//executa caso nenhuma condição seja verdade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36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IF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986524"/>
            <a:ext cx="11247040" cy="4325112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As condições normalmente são feitas através de comparações: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8" name="Retângulo 7"/>
          <p:cNvSpPr/>
          <p:nvPr/>
        </p:nvSpPr>
        <p:spPr>
          <a:xfrm>
            <a:off x="4079776" y="2708921"/>
            <a:ext cx="38884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== b) {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 CÓDIGO */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&gt;= b) {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 CÓDIGO */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 b) {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 CÓDIGO */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&lt;= b) {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 CÓDIGO */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!= b) {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/* CÓDIGO */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43649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solicite 2 números  ao usuário e informe se o primeiro numero é maior, menor ou igual que o segundo. 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3711893"/>
            <a:ext cx="59817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4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5" name="Retângulo 4"/>
          <p:cNvSpPr/>
          <p:nvPr/>
        </p:nvSpPr>
        <p:spPr>
          <a:xfrm>
            <a:off x="3431704" y="2209800"/>
            <a:ext cx="705678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dois números inteiros: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&gt; b)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"Primeiro valor é maior que o segundo"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 b)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"Primeiro valor é menor que o segundo"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"Primeiro valor é igual ao segundo"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tângulo 5"/>
          <p:cNvSpPr/>
          <p:nvPr/>
        </p:nvSpPr>
        <p:spPr>
          <a:xfrm>
            <a:off x="3431704" y="2204865"/>
            <a:ext cx="7056784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dois números inteiros: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&gt; b)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"Primeiro valor é maior que o segundo"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 b)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"Primeiro valor é menor que o segundo"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"Primeiro valor é igual ao segundo"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2217374" y="6389870"/>
            <a:ext cx="775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 dentro do IF, apenas tiver um comando, então as chaves são opcionais</a:t>
            </a:r>
          </a:p>
        </p:txBody>
      </p:sp>
    </p:spTree>
    <p:extLst>
      <p:ext uri="{BB962C8B-B14F-4D97-AF65-F5344CB8AC3E}">
        <p14:creationId xmlns:p14="http://schemas.microsoft.com/office/powerpoint/2010/main" val="303629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que é executado nos códigos abaixo?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2423592" y="2708920"/>
            <a:ext cx="3096344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1\n"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2\n"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3\n"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tângulo 6"/>
          <p:cNvSpPr/>
          <p:nvPr/>
        </p:nvSpPr>
        <p:spPr>
          <a:xfrm>
            <a:off x="2423592" y="4255929"/>
            <a:ext cx="309634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1\n"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2\n"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3\n"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" name="Retângulo 7"/>
          <p:cNvSpPr/>
          <p:nvPr/>
        </p:nvSpPr>
        <p:spPr>
          <a:xfrm>
            <a:off x="2423592" y="5541040"/>
            <a:ext cx="309634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1\n"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2\n"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"Texto 3\n"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735961" y="2985919"/>
            <a:ext cx="946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Texto 1</a:t>
            </a:r>
          </a:p>
          <a:p>
            <a:r>
              <a:rPr lang="pt-BR" dirty="0"/>
              <a:t>Texto 2</a:t>
            </a:r>
          </a:p>
          <a:p>
            <a:r>
              <a:rPr lang="pt-BR" dirty="0"/>
              <a:t>Texto 3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735961" y="4411981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Texto 2</a:t>
            </a:r>
          </a:p>
          <a:p>
            <a:r>
              <a:rPr lang="pt-BR" dirty="0"/>
              <a:t>Texto 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82054" y="4293096"/>
            <a:ext cx="3985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Como o IF não tem {, então ele espere que apenas o próximo comando faça parte da sua estrutura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687342" y="5491084"/>
            <a:ext cx="3801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/>
              <a:t>Não existe nada dentro do IF</a:t>
            </a:r>
          </a:p>
          <a:p>
            <a:r>
              <a:rPr lang="pt-BR" dirty="0"/>
              <a:t>Erro bastante comum realizado por quem está iniciando. Não colocamos “;” após o IF.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709381" y="5593050"/>
            <a:ext cx="946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Texto 1</a:t>
            </a:r>
          </a:p>
          <a:p>
            <a:r>
              <a:rPr lang="pt-BR" dirty="0"/>
              <a:t>Texto 2</a:t>
            </a:r>
          </a:p>
          <a:p>
            <a:r>
              <a:rPr lang="pt-BR" dirty="0"/>
              <a:t>Texto 3</a:t>
            </a:r>
          </a:p>
        </p:txBody>
      </p:sp>
    </p:spTree>
    <p:extLst>
      <p:ext uri="{BB962C8B-B14F-4D97-AF65-F5344CB8AC3E}">
        <p14:creationId xmlns:p14="http://schemas.microsoft.com/office/powerpoint/2010/main" val="17186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pergunte ao usuário em que ano ele nasceu, por fim informe se ele é maior ou menor de idade. 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3" y="3212976"/>
            <a:ext cx="5549371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0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287688" y="2852936"/>
            <a:ext cx="5616624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ano,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anoAtual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2019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"Em que ano você nasceu?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&amp;ano);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anoAtual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- ano &gt;=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18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maior de idade"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menor de idade"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782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recebe a altura e a base de um objeto e informe se ele é um quadrado ou retângulo.  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825" y="3429000"/>
            <a:ext cx="8450351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61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3359696" y="1772817"/>
            <a:ext cx="7200800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base, altura;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//Recupera base 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"Qual tamanho da base do seu objeto?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&amp;base);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//Recupera altura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"Qual tamanho da altura do seu objeto?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"%f"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&amp;altura);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//Se base e altura forem iguais, é um quadrado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(base == altura)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um quadrado"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	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"É um 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retangulo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971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Crie um algoritmo que receba dois valores e informe qual dos dois tem o maior valor absoluto (Se o valor for negativo, transforma em positivo)</a:t>
            </a:r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768" y="3429000"/>
            <a:ext cx="4158208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9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Código: </a:t>
            </a:r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3503712" y="2249424"/>
            <a:ext cx="6408712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setlocale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(LC_ALL,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2 valores: 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&amp;b);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pt-BR" dirty="0">
                <a:solidFill>
                  <a:srgbClr val="008000"/>
                </a:solidFill>
                <a:latin typeface="Consolas" panose="020B0609020204030204" pitchFamily="49" charset="0"/>
              </a:rPr>
              <a:t>  //Pega o valor absoluto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a = -a;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(b &lt;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 b = -b;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(a &gt; b)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é maior que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 é maior que 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b, a);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388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03FB3DA-D3DB-413C-BF73-381AE4D38EF3}"/>
</file>

<file path=customXml/itemProps2.xml><?xml version="1.0" encoding="utf-8"?>
<ds:datastoreItem xmlns:ds="http://schemas.openxmlformats.org/officeDocument/2006/customXml" ds:itemID="{897621A7-7359-4557-9A99-88EFDD8BE5DB}"/>
</file>

<file path=customXml/itemProps3.xml><?xml version="1.0" encoding="utf-8"?>
<ds:datastoreItem xmlns:ds="http://schemas.openxmlformats.org/officeDocument/2006/customXml" ds:itemID="{B6B5475A-EC3F-4D42-9280-30E459FE0844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1687</TotalTime>
  <Words>975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Calibri</vt:lpstr>
      <vt:lpstr>Consolas</vt:lpstr>
      <vt:lpstr>Georgia</vt:lpstr>
      <vt:lpstr>Trebuchet MS</vt:lpstr>
      <vt:lpstr>Wingdings 2</vt:lpstr>
      <vt:lpstr>Urbano</vt:lpstr>
      <vt:lpstr>Apresentação do PowerPoint</vt:lpstr>
      <vt:lpstr>IF</vt:lpstr>
      <vt:lpstr>IF</vt:lpstr>
      <vt:lpstr>Questão 01</vt:lpstr>
      <vt:lpstr>Questão 01</vt:lpstr>
      <vt:lpstr>Questão 02</vt:lpstr>
      <vt:lpstr>Questão 03</vt:lpstr>
      <vt:lpstr>Questão 03</vt:lpstr>
      <vt:lpstr>Questão 04</vt:lpstr>
      <vt:lpstr>Questão 04</vt:lpstr>
      <vt:lpstr>Questão 05</vt:lpstr>
      <vt:lpstr>Questão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213</cp:revision>
  <dcterms:created xsi:type="dcterms:W3CDTF">2017-03-10T13:05:03Z</dcterms:created>
  <dcterms:modified xsi:type="dcterms:W3CDTF">2024-12-05T13:07:23Z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